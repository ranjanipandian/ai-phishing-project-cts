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11"/>
  </p:notesMasterIdLst>
  <p:sldIdLst>
    <p:sldId id="264" r:id="rId3"/>
    <p:sldId id="257" r:id="rId4"/>
    <p:sldId id="258" r:id="rId5"/>
    <p:sldId id="259" r:id="rId6"/>
    <p:sldId id="260" r:id="rId7"/>
    <p:sldId id="261" r:id="rId8"/>
    <p:sldId id="262" r:id="rId9"/>
    <p:sldId id="263"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3"/>
        <p:cNvGrpSpPr/>
        <p:nvPr/>
      </p:nvGrpSpPr>
      <p:grpSpPr>
        <a:xfrm>
          <a:off x="0" y="0"/>
          <a:ext cx="0" cy="0"/>
          <a:chOff x="0" y="0"/>
          <a:chExt cx="0" cy="0"/>
        </a:xfrm>
      </p:grpSpPr>
      <p:sp>
        <p:nvSpPr>
          <p:cNvPr id="224" name="Google Shape;224;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363" name="Google Shape;363;p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364" name="Google Shape;364;p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5" name="Google Shape;365;p2: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1</a:t>
            </a:r>
            <a:endParaRPr/>
          </a:p>
        </p:txBody>
      </p:sp>
      <p:sp>
        <p:nvSpPr>
          <p:cNvPr id="366" name="Google Shape;366;p2: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367" name="Google Shape;367;p2: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375" name="Google Shape;375;p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376" name="Google Shape;376;p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7" name="Google Shape;377;p3: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1</a:t>
            </a:r>
            <a:endParaRPr/>
          </a:p>
        </p:txBody>
      </p:sp>
      <p:sp>
        <p:nvSpPr>
          <p:cNvPr id="378" name="Google Shape;378;p3: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379" name="Google Shape;379;p3: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388" name="Google Shape;388;p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389" name="Google Shape;389;p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4: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1</a:t>
            </a:r>
            <a:endParaRPr/>
          </a:p>
        </p:txBody>
      </p:sp>
      <p:sp>
        <p:nvSpPr>
          <p:cNvPr id="391" name="Google Shape;391;p4: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392" name="Google Shape;392;p4: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406" name="Google Shape;406;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407" name="Google Shape;407;p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5: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1</a:t>
            </a:r>
            <a:endParaRPr/>
          </a:p>
        </p:txBody>
      </p:sp>
      <p:sp>
        <p:nvSpPr>
          <p:cNvPr id="409" name="Google Shape;409;p5: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410" name="Google Shape;410;p5: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418" name="Google Shape;418;p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419" name="Google Shape;419;p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6: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1</a:t>
            </a:r>
            <a:endParaRPr/>
          </a:p>
        </p:txBody>
      </p:sp>
      <p:sp>
        <p:nvSpPr>
          <p:cNvPr id="421" name="Google Shape;421;p6: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422" name="Google Shape;422;p6: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430" name="Google Shape;430;p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431" name="Google Shape;431;p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7: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1</a:t>
            </a:r>
            <a:endParaRPr/>
          </a:p>
        </p:txBody>
      </p:sp>
      <p:sp>
        <p:nvSpPr>
          <p:cNvPr id="433" name="Google Shape;433;p7: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434" name="Google Shape;434;p7: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446" name="Google Shape;446;p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447" name="Google Shape;447;p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8: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1</a:t>
            </a:r>
            <a:endParaRPr/>
          </a:p>
        </p:txBody>
      </p:sp>
      <p:sp>
        <p:nvSpPr>
          <p:cNvPr id="449" name="Google Shape;449;p8: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450" name="Google Shape;450;p8: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2"/>
        <p:cNvGrpSpPr/>
        <p:nvPr/>
      </p:nvGrpSpPr>
      <p:grpSpPr>
        <a:xfrm>
          <a:off x="0" y="0"/>
          <a:ext cx="0" cy="0"/>
          <a:chOff x="0" y="0"/>
          <a:chExt cx="0" cy="0"/>
        </a:xfrm>
      </p:grpSpPr>
      <p:sp>
        <p:nvSpPr>
          <p:cNvPr id="233" name="Google Shape;233;p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34" name="Google Shape;234;p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35" name="Google Shape;235;p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6"/>
        <p:cNvGrpSpPr/>
        <p:nvPr/>
      </p:nvGrpSpPr>
      <p:grpSpPr>
        <a:xfrm>
          <a:off x="0" y="0"/>
          <a:ext cx="0" cy="0"/>
          <a:chOff x="0" y="0"/>
          <a:chExt cx="0" cy="0"/>
        </a:xfrm>
      </p:grpSpPr>
      <p:sp>
        <p:nvSpPr>
          <p:cNvPr id="237" name="Google Shape;237;p3"/>
          <p:cNvSpPr txBox="1">
            <a:spLocks noGrp="1"/>
          </p:cNvSpPr>
          <p:nvPr>
            <p:ph type="ctrTitle"/>
          </p:nvPr>
        </p:nvSpPr>
        <p:spPr>
          <a:xfrm>
            <a:off x="342900" y="1065213"/>
            <a:ext cx="3886200" cy="7350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38" name="Google Shape;238;p3"/>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rtl="0">
              <a:lnSpc>
                <a:spcPct val="100000"/>
              </a:lnSpc>
              <a:spcBef>
                <a:spcPts val="300"/>
              </a:spcBef>
              <a:spcAft>
                <a:spcPts val="0"/>
              </a:spcAft>
              <a:buClr>
                <a:srgbClr val="888888"/>
              </a:buClr>
              <a:buSzPts val="1600"/>
              <a:buNone/>
              <a:defRPr>
                <a:solidFill>
                  <a:srgbClr val="888888"/>
                </a:solidFill>
              </a:defRPr>
            </a:lvl1pPr>
            <a:lvl2pPr lvl="1" algn="ctr" rtl="0">
              <a:lnSpc>
                <a:spcPct val="100000"/>
              </a:lnSpc>
              <a:spcBef>
                <a:spcPts val="300"/>
              </a:spcBef>
              <a:spcAft>
                <a:spcPts val="0"/>
              </a:spcAft>
              <a:buClr>
                <a:srgbClr val="888888"/>
              </a:buClr>
              <a:buSzPts val="1400"/>
              <a:buNone/>
              <a:defRPr>
                <a:solidFill>
                  <a:srgbClr val="888888"/>
                </a:solidFill>
              </a:defRPr>
            </a:lvl2pPr>
            <a:lvl3pPr lvl="2" algn="ctr" rtl="0">
              <a:lnSpc>
                <a:spcPct val="100000"/>
              </a:lnSpc>
              <a:spcBef>
                <a:spcPts val="200"/>
              </a:spcBef>
              <a:spcAft>
                <a:spcPts val="0"/>
              </a:spcAft>
              <a:buClr>
                <a:srgbClr val="888888"/>
              </a:buClr>
              <a:buSzPts val="1200"/>
              <a:buNone/>
              <a:defRPr>
                <a:solidFill>
                  <a:srgbClr val="888888"/>
                </a:solidFill>
              </a:defRPr>
            </a:lvl3pPr>
            <a:lvl4pPr lvl="3" algn="ctr" rtl="0">
              <a:lnSpc>
                <a:spcPct val="100000"/>
              </a:lnSpc>
              <a:spcBef>
                <a:spcPts val="200"/>
              </a:spcBef>
              <a:spcAft>
                <a:spcPts val="0"/>
              </a:spcAft>
              <a:buClr>
                <a:srgbClr val="888888"/>
              </a:buClr>
              <a:buSzPts val="1000"/>
              <a:buNone/>
              <a:defRPr>
                <a:solidFill>
                  <a:srgbClr val="888888"/>
                </a:solidFill>
              </a:defRPr>
            </a:lvl4pPr>
            <a:lvl5pPr lvl="4" algn="ctr" rtl="0">
              <a:lnSpc>
                <a:spcPct val="100000"/>
              </a:lnSpc>
              <a:spcBef>
                <a:spcPts val="200"/>
              </a:spcBef>
              <a:spcAft>
                <a:spcPts val="0"/>
              </a:spcAft>
              <a:buClr>
                <a:srgbClr val="888888"/>
              </a:buClr>
              <a:buSzPts val="1000"/>
              <a:buNone/>
              <a:defRPr>
                <a:solidFill>
                  <a:srgbClr val="888888"/>
                </a:solidFill>
              </a:defRPr>
            </a:lvl5pPr>
            <a:lvl6pPr lvl="5" algn="ctr" rtl="0">
              <a:lnSpc>
                <a:spcPct val="100000"/>
              </a:lnSpc>
              <a:spcBef>
                <a:spcPts val="200"/>
              </a:spcBef>
              <a:spcAft>
                <a:spcPts val="0"/>
              </a:spcAft>
              <a:buClr>
                <a:srgbClr val="888888"/>
              </a:buClr>
              <a:buSzPts val="1000"/>
              <a:buNone/>
              <a:defRPr>
                <a:solidFill>
                  <a:srgbClr val="888888"/>
                </a:solidFill>
              </a:defRPr>
            </a:lvl6pPr>
            <a:lvl7pPr lvl="6" algn="ctr" rtl="0">
              <a:lnSpc>
                <a:spcPct val="100000"/>
              </a:lnSpc>
              <a:spcBef>
                <a:spcPts val="200"/>
              </a:spcBef>
              <a:spcAft>
                <a:spcPts val="0"/>
              </a:spcAft>
              <a:buClr>
                <a:srgbClr val="888888"/>
              </a:buClr>
              <a:buSzPts val="1000"/>
              <a:buNone/>
              <a:defRPr>
                <a:solidFill>
                  <a:srgbClr val="888888"/>
                </a:solidFill>
              </a:defRPr>
            </a:lvl7pPr>
            <a:lvl8pPr lvl="7" algn="ctr" rtl="0">
              <a:lnSpc>
                <a:spcPct val="100000"/>
              </a:lnSpc>
              <a:spcBef>
                <a:spcPts val="200"/>
              </a:spcBef>
              <a:spcAft>
                <a:spcPts val="0"/>
              </a:spcAft>
              <a:buClr>
                <a:srgbClr val="888888"/>
              </a:buClr>
              <a:buSzPts val="1000"/>
              <a:buNone/>
              <a:defRPr>
                <a:solidFill>
                  <a:srgbClr val="888888"/>
                </a:solidFill>
              </a:defRPr>
            </a:lvl8pPr>
            <a:lvl9pPr lvl="8" algn="ctr" rtl="0">
              <a:lnSpc>
                <a:spcPct val="100000"/>
              </a:lnSpc>
              <a:spcBef>
                <a:spcPts val="200"/>
              </a:spcBef>
              <a:spcAft>
                <a:spcPts val="0"/>
              </a:spcAft>
              <a:buClr>
                <a:srgbClr val="888888"/>
              </a:buClr>
              <a:buSzPts val="1000"/>
              <a:buNone/>
              <a:defRPr>
                <a:solidFill>
                  <a:srgbClr val="888888"/>
                </a:solidFill>
              </a:defRPr>
            </a:lvl9pPr>
          </a:lstStyle>
          <a:p>
            <a:endParaRPr/>
          </a:p>
        </p:txBody>
      </p:sp>
      <p:sp>
        <p:nvSpPr>
          <p:cNvPr id="239" name="Google Shape;239;p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40" name="Google Shape;240;p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41" name="Google Shape;241;p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2"/>
        <p:cNvGrpSpPr/>
        <p:nvPr/>
      </p:nvGrpSpPr>
      <p:grpSpPr>
        <a:xfrm>
          <a:off x="0" y="0"/>
          <a:ext cx="0" cy="0"/>
          <a:chOff x="0" y="0"/>
          <a:chExt cx="0" cy="0"/>
        </a:xfrm>
      </p:grpSpPr>
      <p:sp>
        <p:nvSpPr>
          <p:cNvPr id="243" name="Google Shape;243;p4"/>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44" name="Google Shape;244;p4"/>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lvl="0" indent="-285750" algn="l" rtl="0">
              <a:lnSpc>
                <a:spcPct val="100000"/>
              </a:lnSpc>
              <a:spcBef>
                <a:spcPts val="200"/>
              </a:spcBef>
              <a:spcAft>
                <a:spcPts val="0"/>
              </a:spcAft>
              <a:buClr>
                <a:schemeClr val="dk1"/>
              </a:buClr>
              <a:buSzPts val="900"/>
              <a:buChar char="•"/>
              <a:defRPr/>
            </a:lvl1pPr>
            <a:lvl2pPr marL="914400" lvl="1" indent="-285750" algn="l" rtl="0">
              <a:lnSpc>
                <a:spcPct val="100000"/>
              </a:lnSpc>
              <a:spcBef>
                <a:spcPts val="200"/>
              </a:spcBef>
              <a:spcAft>
                <a:spcPts val="0"/>
              </a:spcAft>
              <a:buClr>
                <a:schemeClr val="dk1"/>
              </a:buClr>
              <a:buSzPts val="900"/>
              <a:buChar char="–"/>
              <a:defRPr/>
            </a:lvl2pPr>
            <a:lvl3pPr marL="1371600" lvl="2" indent="-285750" algn="l" rtl="0">
              <a:lnSpc>
                <a:spcPct val="100000"/>
              </a:lnSpc>
              <a:spcBef>
                <a:spcPts val="200"/>
              </a:spcBef>
              <a:spcAft>
                <a:spcPts val="0"/>
              </a:spcAft>
              <a:buClr>
                <a:schemeClr val="dk1"/>
              </a:buClr>
              <a:buSzPts val="900"/>
              <a:buChar char="•"/>
              <a:defRPr/>
            </a:lvl3pPr>
            <a:lvl4pPr marL="1828800" lvl="3" indent="-285750" algn="l" rtl="0">
              <a:lnSpc>
                <a:spcPct val="100000"/>
              </a:lnSpc>
              <a:spcBef>
                <a:spcPts val="200"/>
              </a:spcBef>
              <a:spcAft>
                <a:spcPts val="0"/>
              </a:spcAft>
              <a:buClr>
                <a:schemeClr val="dk1"/>
              </a:buClr>
              <a:buSzPts val="900"/>
              <a:buChar char="–"/>
              <a:defRPr/>
            </a:lvl4pPr>
            <a:lvl5pPr marL="2286000" lvl="4" indent="-285750" algn="l" rtl="0">
              <a:lnSpc>
                <a:spcPct val="100000"/>
              </a:lnSpc>
              <a:spcBef>
                <a:spcPts val="200"/>
              </a:spcBef>
              <a:spcAft>
                <a:spcPts val="0"/>
              </a:spcAft>
              <a:buClr>
                <a:schemeClr val="dk1"/>
              </a:buClr>
              <a:buSzPts val="900"/>
              <a:buChar char="»"/>
              <a:defRPr/>
            </a:lvl5pPr>
            <a:lvl6pPr marL="2743200" lvl="5" indent="-285750" algn="l" rtl="0">
              <a:lnSpc>
                <a:spcPct val="100000"/>
              </a:lnSpc>
              <a:spcBef>
                <a:spcPts val="200"/>
              </a:spcBef>
              <a:spcAft>
                <a:spcPts val="0"/>
              </a:spcAft>
              <a:buClr>
                <a:schemeClr val="dk1"/>
              </a:buClr>
              <a:buSzPts val="900"/>
              <a:buChar char="•"/>
              <a:defRPr/>
            </a:lvl6pPr>
            <a:lvl7pPr marL="3200400" lvl="6" indent="-285750" algn="l" rtl="0">
              <a:lnSpc>
                <a:spcPct val="100000"/>
              </a:lnSpc>
              <a:spcBef>
                <a:spcPts val="200"/>
              </a:spcBef>
              <a:spcAft>
                <a:spcPts val="0"/>
              </a:spcAft>
              <a:buClr>
                <a:schemeClr val="dk1"/>
              </a:buClr>
              <a:buSzPts val="900"/>
              <a:buChar char="•"/>
              <a:defRPr/>
            </a:lvl7pPr>
            <a:lvl8pPr marL="3657600" lvl="7" indent="-285750" algn="l" rtl="0">
              <a:lnSpc>
                <a:spcPct val="100000"/>
              </a:lnSpc>
              <a:spcBef>
                <a:spcPts val="200"/>
              </a:spcBef>
              <a:spcAft>
                <a:spcPts val="0"/>
              </a:spcAft>
              <a:buClr>
                <a:schemeClr val="dk1"/>
              </a:buClr>
              <a:buSzPts val="900"/>
              <a:buChar char="•"/>
              <a:defRPr/>
            </a:lvl8pPr>
            <a:lvl9pPr marL="4114800" lvl="8" indent="-285750" algn="l" rtl="0">
              <a:lnSpc>
                <a:spcPct val="100000"/>
              </a:lnSpc>
              <a:spcBef>
                <a:spcPts val="200"/>
              </a:spcBef>
              <a:spcAft>
                <a:spcPts val="0"/>
              </a:spcAft>
              <a:buClr>
                <a:schemeClr val="dk1"/>
              </a:buClr>
              <a:buSzPts val="900"/>
              <a:buChar char="•"/>
              <a:defRPr/>
            </a:lvl9pPr>
          </a:lstStyle>
          <a:p>
            <a:endParaRPr/>
          </a:p>
        </p:txBody>
      </p:sp>
      <p:sp>
        <p:nvSpPr>
          <p:cNvPr id="245" name="Google Shape;245;p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46" name="Google Shape;246;p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47" name="Google Shape;247;p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8"/>
        <p:cNvGrpSpPr/>
        <p:nvPr/>
      </p:nvGrpSpPr>
      <p:grpSpPr>
        <a:xfrm>
          <a:off x="0" y="0"/>
          <a:ext cx="0" cy="0"/>
          <a:chOff x="0" y="0"/>
          <a:chExt cx="0" cy="0"/>
        </a:xfrm>
      </p:grpSpPr>
      <p:sp>
        <p:nvSpPr>
          <p:cNvPr id="249" name="Google Shape;249;p5"/>
          <p:cNvSpPr txBox="1">
            <a:spLocks noGrp="1"/>
          </p:cNvSpPr>
          <p:nvPr>
            <p:ph type="title"/>
          </p:nvPr>
        </p:nvSpPr>
        <p:spPr>
          <a:xfrm>
            <a:off x="361156" y="2203450"/>
            <a:ext cx="3886200" cy="681000"/>
          </a:xfrm>
          <a:prstGeom prst="rect">
            <a:avLst/>
          </a:prstGeom>
          <a:noFill/>
          <a:ln>
            <a:noFill/>
          </a:ln>
        </p:spPr>
        <p:txBody>
          <a:bodyPr spcFirstLastPara="1" wrap="square" lIns="45725" tIns="22850" rIns="45725" bIns="22850" anchor="t" anchorCtr="0">
            <a:normAutofit/>
          </a:bodyPr>
          <a:lstStyle>
            <a:lvl1pPr lvl="0" algn="l" rtl="0">
              <a:lnSpc>
                <a:spcPct val="100000"/>
              </a:lnSpc>
              <a:spcBef>
                <a:spcPts val="0"/>
              </a:spcBef>
              <a:spcAft>
                <a:spcPts val="0"/>
              </a:spcAft>
              <a:buClr>
                <a:schemeClr val="dk1"/>
              </a:buClr>
              <a:buSzPts val="2000"/>
              <a:buFont typeface="Calibri"/>
              <a:buNone/>
              <a:defRPr sz="2000" b="1" cap="none"/>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50" name="Google Shape;250;p5"/>
          <p:cNvSpPr txBox="1">
            <a:spLocks noGrp="1"/>
          </p:cNvSpPr>
          <p:nvPr>
            <p:ph type="body" idx="1"/>
          </p:nvPr>
        </p:nvSpPr>
        <p:spPr>
          <a:xfrm>
            <a:off x="361156" y="1453357"/>
            <a:ext cx="3886200" cy="750000"/>
          </a:xfrm>
          <a:prstGeom prst="rect">
            <a:avLst/>
          </a:prstGeom>
          <a:noFill/>
          <a:ln>
            <a:noFill/>
          </a:ln>
        </p:spPr>
        <p:txBody>
          <a:bodyPr spcFirstLastPara="1" wrap="square" lIns="45725" tIns="22850" rIns="45725" bIns="22850" anchor="b" anchorCtr="0">
            <a:normAutofit/>
          </a:bodyPr>
          <a:lstStyle>
            <a:lvl1pPr marL="457200" lvl="0" indent="-228600" algn="l" rtl="0">
              <a:lnSpc>
                <a:spcPct val="100000"/>
              </a:lnSpc>
              <a:spcBef>
                <a:spcPts val="200"/>
              </a:spcBef>
              <a:spcAft>
                <a:spcPts val="0"/>
              </a:spcAft>
              <a:buClr>
                <a:srgbClr val="888888"/>
              </a:buClr>
              <a:buSzPts val="1000"/>
              <a:buNone/>
              <a:defRPr sz="1000">
                <a:solidFill>
                  <a:srgbClr val="888888"/>
                </a:solidFill>
              </a:defRPr>
            </a:lvl1pPr>
            <a:lvl2pPr marL="914400" lvl="1" indent="-228600" algn="l" rtl="0">
              <a:lnSpc>
                <a:spcPct val="100000"/>
              </a:lnSpc>
              <a:spcBef>
                <a:spcPts val="200"/>
              </a:spcBef>
              <a:spcAft>
                <a:spcPts val="0"/>
              </a:spcAft>
              <a:buClr>
                <a:srgbClr val="888888"/>
              </a:buClr>
              <a:buSzPts val="900"/>
              <a:buNone/>
              <a:defRPr sz="900">
                <a:solidFill>
                  <a:srgbClr val="888888"/>
                </a:solidFill>
              </a:defRPr>
            </a:lvl2pPr>
            <a:lvl3pPr marL="1371600" lvl="2" indent="-228600" algn="l" rtl="0">
              <a:lnSpc>
                <a:spcPct val="100000"/>
              </a:lnSpc>
              <a:spcBef>
                <a:spcPts val="200"/>
              </a:spcBef>
              <a:spcAft>
                <a:spcPts val="0"/>
              </a:spcAft>
              <a:buClr>
                <a:srgbClr val="888888"/>
              </a:buClr>
              <a:buSzPts val="800"/>
              <a:buNone/>
              <a:defRPr sz="800">
                <a:solidFill>
                  <a:srgbClr val="888888"/>
                </a:solidFill>
              </a:defRPr>
            </a:lvl3pPr>
            <a:lvl4pPr marL="1828800" lvl="3" indent="-228600" algn="l" rtl="0">
              <a:lnSpc>
                <a:spcPct val="100000"/>
              </a:lnSpc>
              <a:spcBef>
                <a:spcPts val="100"/>
              </a:spcBef>
              <a:spcAft>
                <a:spcPts val="0"/>
              </a:spcAft>
              <a:buClr>
                <a:srgbClr val="888888"/>
              </a:buClr>
              <a:buSzPts val="700"/>
              <a:buNone/>
              <a:defRPr sz="700">
                <a:solidFill>
                  <a:srgbClr val="888888"/>
                </a:solidFill>
              </a:defRPr>
            </a:lvl4pPr>
            <a:lvl5pPr marL="2286000" lvl="4" indent="-228600" algn="l" rtl="0">
              <a:lnSpc>
                <a:spcPct val="100000"/>
              </a:lnSpc>
              <a:spcBef>
                <a:spcPts val="100"/>
              </a:spcBef>
              <a:spcAft>
                <a:spcPts val="0"/>
              </a:spcAft>
              <a:buClr>
                <a:srgbClr val="888888"/>
              </a:buClr>
              <a:buSzPts val="700"/>
              <a:buNone/>
              <a:defRPr sz="700">
                <a:solidFill>
                  <a:srgbClr val="888888"/>
                </a:solidFill>
              </a:defRPr>
            </a:lvl5pPr>
            <a:lvl6pPr marL="2743200" lvl="5" indent="-228600" algn="l" rtl="0">
              <a:lnSpc>
                <a:spcPct val="100000"/>
              </a:lnSpc>
              <a:spcBef>
                <a:spcPts val="100"/>
              </a:spcBef>
              <a:spcAft>
                <a:spcPts val="0"/>
              </a:spcAft>
              <a:buClr>
                <a:srgbClr val="888888"/>
              </a:buClr>
              <a:buSzPts val="700"/>
              <a:buNone/>
              <a:defRPr sz="700">
                <a:solidFill>
                  <a:srgbClr val="888888"/>
                </a:solidFill>
              </a:defRPr>
            </a:lvl6pPr>
            <a:lvl7pPr marL="3200400" lvl="6" indent="-228600" algn="l" rtl="0">
              <a:lnSpc>
                <a:spcPct val="100000"/>
              </a:lnSpc>
              <a:spcBef>
                <a:spcPts val="100"/>
              </a:spcBef>
              <a:spcAft>
                <a:spcPts val="0"/>
              </a:spcAft>
              <a:buClr>
                <a:srgbClr val="888888"/>
              </a:buClr>
              <a:buSzPts val="700"/>
              <a:buNone/>
              <a:defRPr sz="700">
                <a:solidFill>
                  <a:srgbClr val="888888"/>
                </a:solidFill>
              </a:defRPr>
            </a:lvl7pPr>
            <a:lvl8pPr marL="3657600" lvl="7" indent="-228600" algn="l" rtl="0">
              <a:lnSpc>
                <a:spcPct val="100000"/>
              </a:lnSpc>
              <a:spcBef>
                <a:spcPts val="100"/>
              </a:spcBef>
              <a:spcAft>
                <a:spcPts val="0"/>
              </a:spcAft>
              <a:buClr>
                <a:srgbClr val="888888"/>
              </a:buClr>
              <a:buSzPts val="700"/>
              <a:buNone/>
              <a:defRPr sz="700">
                <a:solidFill>
                  <a:srgbClr val="888888"/>
                </a:solidFill>
              </a:defRPr>
            </a:lvl8pPr>
            <a:lvl9pPr marL="4114800" lvl="8" indent="-228600" algn="l" rtl="0">
              <a:lnSpc>
                <a:spcPct val="100000"/>
              </a:lnSpc>
              <a:spcBef>
                <a:spcPts val="100"/>
              </a:spcBef>
              <a:spcAft>
                <a:spcPts val="0"/>
              </a:spcAft>
              <a:buClr>
                <a:srgbClr val="888888"/>
              </a:buClr>
              <a:buSzPts val="700"/>
              <a:buNone/>
              <a:defRPr sz="700">
                <a:solidFill>
                  <a:srgbClr val="888888"/>
                </a:solidFill>
              </a:defRPr>
            </a:lvl9pPr>
          </a:lstStyle>
          <a:p>
            <a:endParaRPr/>
          </a:p>
        </p:txBody>
      </p:sp>
      <p:sp>
        <p:nvSpPr>
          <p:cNvPr id="251" name="Google Shape;251;p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52" name="Google Shape;252;p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53" name="Google Shape;253;p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54"/>
        <p:cNvGrpSpPr/>
        <p:nvPr/>
      </p:nvGrpSpPr>
      <p:grpSpPr>
        <a:xfrm>
          <a:off x="0" y="0"/>
          <a:ext cx="0" cy="0"/>
          <a:chOff x="0" y="0"/>
          <a:chExt cx="0" cy="0"/>
        </a:xfrm>
      </p:grpSpPr>
      <p:sp>
        <p:nvSpPr>
          <p:cNvPr id="255" name="Google Shape;255;p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56" name="Google Shape;256;p6"/>
          <p:cNvSpPr txBox="1">
            <a:spLocks noGrp="1"/>
          </p:cNvSpPr>
          <p:nvPr>
            <p:ph type="body" idx="1"/>
          </p:nvPr>
        </p:nvSpPr>
        <p:spPr>
          <a:xfrm>
            <a:off x="2286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rtl="0">
              <a:lnSpc>
                <a:spcPct val="100000"/>
              </a:lnSpc>
              <a:spcBef>
                <a:spcPts val="300"/>
              </a:spcBef>
              <a:spcAft>
                <a:spcPts val="0"/>
              </a:spcAft>
              <a:buClr>
                <a:schemeClr val="dk1"/>
              </a:buClr>
              <a:buSzPts val="1400"/>
              <a:buChar char="•"/>
              <a:defRPr sz="1400"/>
            </a:lvl1pPr>
            <a:lvl2pPr marL="914400" lvl="1" indent="-304800" algn="l" rtl="0">
              <a:lnSpc>
                <a:spcPct val="100000"/>
              </a:lnSpc>
              <a:spcBef>
                <a:spcPts val="200"/>
              </a:spcBef>
              <a:spcAft>
                <a:spcPts val="0"/>
              </a:spcAft>
              <a:buClr>
                <a:schemeClr val="dk1"/>
              </a:buClr>
              <a:buSzPts val="1200"/>
              <a:buChar char="–"/>
              <a:defRPr sz="1200"/>
            </a:lvl2pPr>
            <a:lvl3pPr marL="1371600" lvl="2" indent="-292100" algn="l" rtl="0">
              <a:lnSpc>
                <a:spcPct val="100000"/>
              </a:lnSpc>
              <a:spcBef>
                <a:spcPts val="200"/>
              </a:spcBef>
              <a:spcAft>
                <a:spcPts val="0"/>
              </a:spcAft>
              <a:buClr>
                <a:schemeClr val="dk1"/>
              </a:buClr>
              <a:buSzPts val="1000"/>
              <a:buChar char="•"/>
              <a:defRPr sz="1000"/>
            </a:lvl3pPr>
            <a:lvl4pPr marL="1828800" lvl="3" indent="-285750" algn="l" rtl="0">
              <a:lnSpc>
                <a:spcPct val="100000"/>
              </a:lnSpc>
              <a:spcBef>
                <a:spcPts val="200"/>
              </a:spcBef>
              <a:spcAft>
                <a:spcPts val="0"/>
              </a:spcAft>
              <a:buClr>
                <a:schemeClr val="dk1"/>
              </a:buClr>
              <a:buSzPts val="900"/>
              <a:buChar char="–"/>
              <a:defRPr sz="900"/>
            </a:lvl4pPr>
            <a:lvl5pPr marL="2286000" lvl="4" indent="-285750" algn="l" rtl="0">
              <a:lnSpc>
                <a:spcPct val="100000"/>
              </a:lnSpc>
              <a:spcBef>
                <a:spcPts val="200"/>
              </a:spcBef>
              <a:spcAft>
                <a:spcPts val="0"/>
              </a:spcAft>
              <a:buClr>
                <a:schemeClr val="dk1"/>
              </a:buClr>
              <a:buSzPts val="900"/>
              <a:buChar char="»"/>
              <a:defRPr sz="900"/>
            </a:lvl5pPr>
            <a:lvl6pPr marL="2743200" lvl="5" indent="-285750" algn="l" rtl="0">
              <a:lnSpc>
                <a:spcPct val="100000"/>
              </a:lnSpc>
              <a:spcBef>
                <a:spcPts val="200"/>
              </a:spcBef>
              <a:spcAft>
                <a:spcPts val="0"/>
              </a:spcAft>
              <a:buClr>
                <a:schemeClr val="dk1"/>
              </a:buClr>
              <a:buSzPts val="900"/>
              <a:buChar char="•"/>
              <a:defRPr sz="900"/>
            </a:lvl6pPr>
            <a:lvl7pPr marL="3200400" lvl="6" indent="-285750" algn="l" rtl="0">
              <a:lnSpc>
                <a:spcPct val="100000"/>
              </a:lnSpc>
              <a:spcBef>
                <a:spcPts val="200"/>
              </a:spcBef>
              <a:spcAft>
                <a:spcPts val="0"/>
              </a:spcAft>
              <a:buClr>
                <a:schemeClr val="dk1"/>
              </a:buClr>
              <a:buSzPts val="900"/>
              <a:buChar char="•"/>
              <a:defRPr sz="900"/>
            </a:lvl7pPr>
            <a:lvl8pPr marL="3657600" lvl="7" indent="-285750" algn="l" rtl="0">
              <a:lnSpc>
                <a:spcPct val="100000"/>
              </a:lnSpc>
              <a:spcBef>
                <a:spcPts val="200"/>
              </a:spcBef>
              <a:spcAft>
                <a:spcPts val="0"/>
              </a:spcAft>
              <a:buClr>
                <a:schemeClr val="dk1"/>
              </a:buClr>
              <a:buSzPts val="900"/>
              <a:buChar char="•"/>
              <a:defRPr sz="900"/>
            </a:lvl8pPr>
            <a:lvl9pPr marL="4114800" lvl="8" indent="-285750" algn="l" rtl="0">
              <a:lnSpc>
                <a:spcPct val="100000"/>
              </a:lnSpc>
              <a:spcBef>
                <a:spcPts val="200"/>
              </a:spcBef>
              <a:spcAft>
                <a:spcPts val="0"/>
              </a:spcAft>
              <a:buClr>
                <a:schemeClr val="dk1"/>
              </a:buClr>
              <a:buSzPts val="900"/>
              <a:buChar char="•"/>
              <a:defRPr sz="900"/>
            </a:lvl9pPr>
          </a:lstStyle>
          <a:p>
            <a:endParaRPr/>
          </a:p>
        </p:txBody>
      </p:sp>
      <p:sp>
        <p:nvSpPr>
          <p:cNvPr id="257" name="Google Shape;257;p6"/>
          <p:cNvSpPr txBox="1">
            <a:spLocks noGrp="1"/>
          </p:cNvSpPr>
          <p:nvPr>
            <p:ph type="body" idx="2"/>
          </p:nvPr>
        </p:nvSpPr>
        <p:spPr>
          <a:xfrm>
            <a:off x="23241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rtl="0">
              <a:lnSpc>
                <a:spcPct val="100000"/>
              </a:lnSpc>
              <a:spcBef>
                <a:spcPts val="300"/>
              </a:spcBef>
              <a:spcAft>
                <a:spcPts val="0"/>
              </a:spcAft>
              <a:buClr>
                <a:schemeClr val="dk1"/>
              </a:buClr>
              <a:buSzPts val="1400"/>
              <a:buChar char="•"/>
              <a:defRPr sz="1400"/>
            </a:lvl1pPr>
            <a:lvl2pPr marL="914400" lvl="1" indent="-304800" algn="l" rtl="0">
              <a:lnSpc>
                <a:spcPct val="100000"/>
              </a:lnSpc>
              <a:spcBef>
                <a:spcPts val="200"/>
              </a:spcBef>
              <a:spcAft>
                <a:spcPts val="0"/>
              </a:spcAft>
              <a:buClr>
                <a:schemeClr val="dk1"/>
              </a:buClr>
              <a:buSzPts val="1200"/>
              <a:buChar char="–"/>
              <a:defRPr sz="1200"/>
            </a:lvl2pPr>
            <a:lvl3pPr marL="1371600" lvl="2" indent="-292100" algn="l" rtl="0">
              <a:lnSpc>
                <a:spcPct val="100000"/>
              </a:lnSpc>
              <a:spcBef>
                <a:spcPts val="200"/>
              </a:spcBef>
              <a:spcAft>
                <a:spcPts val="0"/>
              </a:spcAft>
              <a:buClr>
                <a:schemeClr val="dk1"/>
              </a:buClr>
              <a:buSzPts val="1000"/>
              <a:buChar char="•"/>
              <a:defRPr sz="1000"/>
            </a:lvl3pPr>
            <a:lvl4pPr marL="1828800" lvl="3" indent="-285750" algn="l" rtl="0">
              <a:lnSpc>
                <a:spcPct val="100000"/>
              </a:lnSpc>
              <a:spcBef>
                <a:spcPts val="200"/>
              </a:spcBef>
              <a:spcAft>
                <a:spcPts val="0"/>
              </a:spcAft>
              <a:buClr>
                <a:schemeClr val="dk1"/>
              </a:buClr>
              <a:buSzPts val="900"/>
              <a:buChar char="–"/>
              <a:defRPr sz="900"/>
            </a:lvl4pPr>
            <a:lvl5pPr marL="2286000" lvl="4" indent="-285750" algn="l" rtl="0">
              <a:lnSpc>
                <a:spcPct val="100000"/>
              </a:lnSpc>
              <a:spcBef>
                <a:spcPts val="200"/>
              </a:spcBef>
              <a:spcAft>
                <a:spcPts val="0"/>
              </a:spcAft>
              <a:buClr>
                <a:schemeClr val="dk1"/>
              </a:buClr>
              <a:buSzPts val="900"/>
              <a:buChar char="»"/>
              <a:defRPr sz="900"/>
            </a:lvl5pPr>
            <a:lvl6pPr marL="2743200" lvl="5" indent="-285750" algn="l" rtl="0">
              <a:lnSpc>
                <a:spcPct val="100000"/>
              </a:lnSpc>
              <a:spcBef>
                <a:spcPts val="200"/>
              </a:spcBef>
              <a:spcAft>
                <a:spcPts val="0"/>
              </a:spcAft>
              <a:buClr>
                <a:schemeClr val="dk1"/>
              </a:buClr>
              <a:buSzPts val="900"/>
              <a:buChar char="•"/>
              <a:defRPr sz="900"/>
            </a:lvl6pPr>
            <a:lvl7pPr marL="3200400" lvl="6" indent="-285750" algn="l" rtl="0">
              <a:lnSpc>
                <a:spcPct val="100000"/>
              </a:lnSpc>
              <a:spcBef>
                <a:spcPts val="200"/>
              </a:spcBef>
              <a:spcAft>
                <a:spcPts val="0"/>
              </a:spcAft>
              <a:buClr>
                <a:schemeClr val="dk1"/>
              </a:buClr>
              <a:buSzPts val="900"/>
              <a:buChar char="•"/>
              <a:defRPr sz="900"/>
            </a:lvl7pPr>
            <a:lvl8pPr marL="3657600" lvl="7" indent="-285750" algn="l" rtl="0">
              <a:lnSpc>
                <a:spcPct val="100000"/>
              </a:lnSpc>
              <a:spcBef>
                <a:spcPts val="200"/>
              </a:spcBef>
              <a:spcAft>
                <a:spcPts val="0"/>
              </a:spcAft>
              <a:buClr>
                <a:schemeClr val="dk1"/>
              </a:buClr>
              <a:buSzPts val="900"/>
              <a:buChar char="•"/>
              <a:defRPr sz="900"/>
            </a:lvl8pPr>
            <a:lvl9pPr marL="4114800" lvl="8" indent="-285750" algn="l" rtl="0">
              <a:lnSpc>
                <a:spcPct val="100000"/>
              </a:lnSpc>
              <a:spcBef>
                <a:spcPts val="200"/>
              </a:spcBef>
              <a:spcAft>
                <a:spcPts val="0"/>
              </a:spcAft>
              <a:buClr>
                <a:schemeClr val="dk1"/>
              </a:buClr>
              <a:buSzPts val="900"/>
              <a:buChar char="•"/>
              <a:defRPr sz="900"/>
            </a:lvl9pPr>
          </a:lstStyle>
          <a:p>
            <a:endParaRPr/>
          </a:p>
        </p:txBody>
      </p:sp>
      <p:sp>
        <p:nvSpPr>
          <p:cNvPr id="258" name="Google Shape;258;p6"/>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59" name="Google Shape;259;p6"/>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60" name="Google Shape;260;p6"/>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61"/>
        <p:cNvGrpSpPr/>
        <p:nvPr/>
      </p:nvGrpSpPr>
      <p:grpSpPr>
        <a:xfrm>
          <a:off x="0" y="0"/>
          <a:ext cx="0" cy="0"/>
          <a:chOff x="0" y="0"/>
          <a:chExt cx="0" cy="0"/>
        </a:xfrm>
      </p:grpSpPr>
      <p:sp>
        <p:nvSpPr>
          <p:cNvPr id="262" name="Google Shape;262;p7"/>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2200"/>
              <a:buFont typeface="Calibri"/>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63" name="Google Shape;263;p7"/>
          <p:cNvSpPr txBox="1">
            <a:spLocks noGrp="1"/>
          </p:cNvSpPr>
          <p:nvPr>
            <p:ph type="body" idx="1"/>
          </p:nvPr>
        </p:nvSpPr>
        <p:spPr>
          <a:xfrm>
            <a:off x="228600" y="767556"/>
            <a:ext cx="2020200" cy="319800"/>
          </a:xfrm>
          <a:prstGeom prst="rect">
            <a:avLst/>
          </a:prstGeom>
          <a:noFill/>
          <a:ln>
            <a:noFill/>
          </a:ln>
        </p:spPr>
        <p:txBody>
          <a:bodyPr spcFirstLastPara="1" wrap="square" lIns="45725" tIns="22850" rIns="45725" bIns="22850" anchor="b" anchorCtr="0">
            <a:normAutofit/>
          </a:bodyPr>
          <a:lstStyle>
            <a:lvl1pPr marL="457200" lvl="0" indent="-228600" algn="l" rtl="0">
              <a:lnSpc>
                <a:spcPct val="100000"/>
              </a:lnSpc>
              <a:spcBef>
                <a:spcPts val="200"/>
              </a:spcBef>
              <a:spcAft>
                <a:spcPts val="0"/>
              </a:spcAft>
              <a:buClr>
                <a:schemeClr val="dk1"/>
              </a:buClr>
              <a:buSzPts val="1200"/>
              <a:buNone/>
              <a:defRPr sz="1200" b="1"/>
            </a:lvl1pPr>
            <a:lvl2pPr marL="914400" lvl="1" indent="-228600" algn="l" rtl="0">
              <a:lnSpc>
                <a:spcPct val="100000"/>
              </a:lnSpc>
              <a:spcBef>
                <a:spcPts val="200"/>
              </a:spcBef>
              <a:spcAft>
                <a:spcPts val="0"/>
              </a:spcAft>
              <a:buClr>
                <a:schemeClr val="dk1"/>
              </a:buClr>
              <a:buSzPts val="1000"/>
              <a:buNone/>
              <a:defRPr sz="1000" b="1"/>
            </a:lvl2pPr>
            <a:lvl3pPr marL="1371600" lvl="2" indent="-228600" algn="l" rtl="0">
              <a:lnSpc>
                <a:spcPct val="100000"/>
              </a:lnSpc>
              <a:spcBef>
                <a:spcPts val="200"/>
              </a:spcBef>
              <a:spcAft>
                <a:spcPts val="0"/>
              </a:spcAft>
              <a:buClr>
                <a:schemeClr val="dk1"/>
              </a:buClr>
              <a:buSzPts val="900"/>
              <a:buNone/>
              <a:defRPr sz="900" b="1"/>
            </a:lvl3pPr>
            <a:lvl4pPr marL="1828800" lvl="3" indent="-228600" algn="l" rtl="0">
              <a:lnSpc>
                <a:spcPct val="100000"/>
              </a:lnSpc>
              <a:spcBef>
                <a:spcPts val="200"/>
              </a:spcBef>
              <a:spcAft>
                <a:spcPts val="0"/>
              </a:spcAft>
              <a:buClr>
                <a:schemeClr val="dk1"/>
              </a:buClr>
              <a:buSzPts val="800"/>
              <a:buNone/>
              <a:defRPr sz="800" b="1"/>
            </a:lvl4pPr>
            <a:lvl5pPr marL="2286000" lvl="4" indent="-228600" algn="l" rtl="0">
              <a:lnSpc>
                <a:spcPct val="100000"/>
              </a:lnSpc>
              <a:spcBef>
                <a:spcPts val="200"/>
              </a:spcBef>
              <a:spcAft>
                <a:spcPts val="0"/>
              </a:spcAft>
              <a:buClr>
                <a:schemeClr val="dk1"/>
              </a:buClr>
              <a:buSzPts val="800"/>
              <a:buNone/>
              <a:defRPr sz="800" b="1"/>
            </a:lvl5pPr>
            <a:lvl6pPr marL="2743200" lvl="5" indent="-228600" algn="l" rtl="0">
              <a:lnSpc>
                <a:spcPct val="100000"/>
              </a:lnSpc>
              <a:spcBef>
                <a:spcPts val="200"/>
              </a:spcBef>
              <a:spcAft>
                <a:spcPts val="0"/>
              </a:spcAft>
              <a:buClr>
                <a:schemeClr val="dk1"/>
              </a:buClr>
              <a:buSzPts val="800"/>
              <a:buNone/>
              <a:defRPr sz="800" b="1"/>
            </a:lvl6pPr>
            <a:lvl7pPr marL="3200400" lvl="6" indent="-228600" algn="l" rtl="0">
              <a:lnSpc>
                <a:spcPct val="100000"/>
              </a:lnSpc>
              <a:spcBef>
                <a:spcPts val="200"/>
              </a:spcBef>
              <a:spcAft>
                <a:spcPts val="0"/>
              </a:spcAft>
              <a:buClr>
                <a:schemeClr val="dk1"/>
              </a:buClr>
              <a:buSzPts val="800"/>
              <a:buNone/>
              <a:defRPr sz="800" b="1"/>
            </a:lvl7pPr>
            <a:lvl8pPr marL="3657600" lvl="7" indent="-228600" algn="l" rtl="0">
              <a:lnSpc>
                <a:spcPct val="100000"/>
              </a:lnSpc>
              <a:spcBef>
                <a:spcPts val="200"/>
              </a:spcBef>
              <a:spcAft>
                <a:spcPts val="0"/>
              </a:spcAft>
              <a:buClr>
                <a:schemeClr val="dk1"/>
              </a:buClr>
              <a:buSzPts val="800"/>
              <a:buNone/>
              <a:defRPr sz="800" b="1"/>
            </a:lvl8pPr>
            <a:lvl9pPr marL="4114800" lvl="8" indent="-228600" algn="l" rtl="0">
              <a:lnSpc>
                <a:spcPct val="100000"/>
              </a:lnSpc>
              <a:spcBef>
                <a:spcPts val="200"/>
              </a:spcBef>
              <a:spcAft>
                <a:spcPts val="0"/>
              </a:spcAft>
              <a:buClr>
                <a:schemeClr val="dk1"/>
              </a:buClr>
              <a:buSzPts val="800"/>
              <a:buNone/>
              <a:defRPr sz="800" b="1"/>
            </a:lvl9pPr>
          </a:lstStyle>
          <a:p>
            <a:endParaRPr/>
          </a:p>
        </p:txBody>
      </p:sp>
      <p:sp>
        <p:nvSpPr>
          <p:cNvPr id="264" name="Google Shape;264;p7"/>
          <p:cNvSpPr txBox="1">
            <a:spLocks noGrp="1"/>
          </p:cNvSpPr>
          <p:nvPr>
            <p:ph type="body" idx="2"/>
          </p:nvPr>
        </p:nvSpPr>
        <p:spPr>
          <a:xfrm>
            <a:off x="228600" y="1087438"/>
            <a:ext cx="2020200" cy="1975500"/>
          </a:xfrm>
          <a:prstGeom prst="rect">
            <a:avLst/>
          </a:prstGeom>
          <a:noFill/>
          <a:ln>
            <a:noFill/>
          </a:ln>
        </p:spPr>
        <p:txBody>
          <a:bodyPr spcFirstLastPara="1" wrap="square" lIns="45725" tIns="22850" rIns="45725" bIns="22850" anchor="t" anchorCtr="0">
            <a:normAutofit/>
          </a:bodyPr>
          <a:lstStyle>
            <a:lvl1pPr marL="457200" lvl="0" indent="-304800" algn="l" rtl="0">
              <a:lnSpc>
                <a:spcPct val="100000"/>
              </a:lnSpc>
              <a:spcBef>
                <a:spcPts val="200"/>
              </a:spcBef>
              <a:spcAft>
                <a:spcPts val="0"/>
              </a:spcAft>
              <a:buClr>
                <a:schemeClr val="dk1"/>
              </a:buClr>
              <a:buSzPts val="1200"/>
              <a:buChar char="•"/>
              <a:defRPr sz="1200"/>
            </a:lvl1pPr>
            <a:lvl2pPr marL="914400" lvl="1" indent="-292100" algn="l" rtl="0">
              <a:lnSpc>
                <a:spcPct val="100000"/>
              </a:lnSpc>
              <a:spcBef>
                <a:spcPts val="200"/>
              </a:spcBef>
              <a:spcAft>
                <a:spcPts val="0"/>
              </a:spcAft>
              <a:buClr>
                <a:schemeClr val="dk1"/>
              </a:buClr>
              <a:buSzPts val="1000"/>
              <a:buChar char="–"/>
              <a:defRPr sz="1000"/>
            </a:lvl2pPr>
            <a:lvl3pPr marL="1371600" lvl="2" indent="-285750" algn="l" rtl="0">
              <a:lnSpc>
                <a:spcPct val="100000"/>
              </a:lnSpc>
              <a:spcBef>
                <a:spcPts val="200"/>
              </a:spcBef>
              <a:spcAft>
                <a:spcPts val="0"/>
              </a:spcAft>
              <a:buClr>
                <a:schemeClr val="dk1"/>
              </a:buClr>
              <a:buSzPts val="900"/>
              <a:buChar char="•"/>
              <a:defRPr sz="900"/>
            </a:lvl3pPr>
            <a:lvl4pPr marL="1828800" lvl="3" indent="-279400" algn="l" rtl="0">
              <a:lnSpc>
                <a:spcPct val="100000"/>
              </a:lnSpc>
              <a:spcBef>
                <a:spcPts val="200"/>
              </a:spcBef>
              <a:spcAft>
                <a:spcPts val="0"/>
              </a:spcAft>
              <a:buClr>
                <a:schemeClr val="dk1"/>
              </a:buClr>
              <a:buSzPts val="800"/>
              <a:buChar char="–"/>
              <a:defRPr sz="800"/>
            </a:lvl4pPr>
            <a:lvl5pPr marL="2286000" lvl="4" indent="-279400" algn="l" rtl="0">
              <a:lnSpc>
                <a:spcPct val="100000"/>
              </a:lnSpc>
              <a:spcBef>
                <a:spcPts val="200"/>
              </a:spcBef>
              <a:spcAft>
                <a:spcPts val="0"/>
              </a:spcAft>
              <a:buClr>
                <a:schemeClr val="dk1"/>
              </a:buClr>
              <a:buSzPts val="800"/>
              <a:buChar char="»"/>
              <a:defRPr sz="800"/>
            </a:lvl5pPr>
            <a:lvl6pPr marL="2743200" lvl="5" indent="-279400" algn="l" rtl="0">
              <a:lnSpc>
                <a:spcPct val="100000"/>
              </a:lnSpc>
              <a:spcBef>
                <a:spcPts val="200"/>
              </a:spcBef>
              <a:spcAft>
                <a:spcPts val="0"/>
              </a:spcAft>
              <a:buClr>
                <a:schemeClr val="dk1"/>
              </a:buClr>
              <a:buSzPts val="800"/>
              <a:buChar char="•"/>
              <a:defRPr sz="800"/>
            </a:lvl6pPr>
            <a:lvl7pPr marL="3200400" lvl="6" indent="-279400" algn="l" rtl="0">
              <a:lnSpc>
                <a:spcPct val="100000"/>
              </a:lnSpc>
              <a:spcBef>
                <a:spcPts val="200"/>
              </a:spcBef>
              <a:spcAft>
                <a:spcPts val="0"/>
              </a:spcAft>
              <a:buClr>
                <a:schemeClr val="dk1"/>
              </a:buClr>
              <a:buSzPts val="800"/>
              <a:buChar char="•"/>
              <a:defRPr sz="800"/>
            </a:lvl7pPr>
            <a:lvl8pPr marL="3657600" lvl="7" indent="-279400" algn="l" rtl="0">
              <a:lnSpc>
                <a:spcPct val="100000"/>
              </a:lnSpc>
              <a:spcBef>
                <a:spcPts val="200"/>
              </a:spcBef>
              <a:spcAft>
                <a:spcPts val="0"/>
              </a:spcAft>
              <a:buClr>
                <a:schemeClr val="dk1"/>
              </a:buClr>
              <a:buSzPts val="800"/>
              <a:buChar char="•"/>
              <a:defRPr sz="800"/>
            </a:lvl8pPr>
            <a:lvl9pPr marL="4114800" lvl="8" indent="-279400" algn="l" rtl="0">
              <a:lnSpc>
                <a:spcPct val="100000"/>
              </a:lnSpc>
              <a:spcBef>
                <a:spcPts val="200"/>
              </a:spcBef>
              <a:spcAft>
                <a:spcPts val="0"/>
              </a:spcAft>
              <a:buClr>
                <a:schemeClr val="dk1"/>
              </a:buClr>
              <a:buSzPts val="800"/>
              <a:buChar char="•"/>
              <a:defRPr sz="800"/>
            </a:lvl9pPr>
          </a:lstStyle>
          <a:p>
            <a:endParaRPr/>
          </a:p>
        </p:txBody>
      </p:sp>
      <p:sp>
        <p:nvSpPr>
          <p:cNvPr id="265" name="Google Shape;265;p7"/>
          <p:cNvSpPr txBox="1">
            <a:spLocks noGrp="1"/>
          </p:cNvSpPr>
          <p:nvPr>
            <p:ph type="body" idx="3"/>
          </p:nvPr>
        </p:nvSpPr>
        <p:spPr>
          <a:xfrm>
            <a:off x="2322513" y="767556"/>
            <a:ext cx="2020800" cy="319800"/>
          </a:xfrm>
          <a:prstGeom prst="rect">
            <a:avLst/>
          </a:prstGeom>
          <a:noFill/>
          <a:ln>
            <a:noFill/>
          </a:ln>
        </p:spPr>
        <p:txBody>
          <a:bodyPr spcFirstLastPara="1" wrap="square" lIns="45725" tIns="22850" rIns="45725" bIns="22850" anchor="b" anchorCtr="0">
            <a:normAutofit/>
          </a:bodyPr>
          <a:lstStyle>
            <a:lvl1pPr marL="457200" lvl="0" indent="-228600" algn="l" rtl="0">
              <a:lnSpc>
                <a:spcPct val="100000"/>
              </a:lnSpc>
              <a:spcBef>
                <a:spcPts val="200"/>
              </a:spcBef>
              <a:spcAft>
                <a:spcPts val="0"/>
              </a:spcAft>
              <a:buClr>
                <a:schemeClr val="dk1"/>
              </a:buClr>
              <a:buSzPts val="1200"/>
              <a:buNone/>
              <a:defRPr sz="1200" b="1"/>
            </a:lvl1pPr>
            <a:lvl2pPr marL="914400" lvl="1" indent="-228600" algn="l" rtl="0">
              <a:lnSpc>
                <a:spcPct val="100000"/>
              </a:lnSpc>
              <a:spcBef>
                <a:spcPts val="200"/>
              </a:spcBef>
              <a:spcAft>
                <a:spcPts val="0"/>
              </a:spcAft>
              <a:buClr>
                <a:schemeClr val="dk1"/>
              </a:buClr>
              <a:buSzPts val="1000"/>
              <a:buNone/>
              <a:defRPr sz="1000" b="1"/>
            </a:lvl2pPr>
            <a:lvl3pPr marL="1371600" lvl="2" indent="-228600" algn="l" rtl="0">
              <a:lnSpc>
                <a:spcPct val="100000"/>
              </a:lnSpc>
              <a:spcBef>
                <a:spcPts val="200"/>
              </a:spcBef>
              <a:spcAft>
                <a:spcPts val="0"/>
              </a:spcAft>
              <a:buClr>
                <a:schemeClr val="dk1"/>
              </a:buClr>
              <a:buSzPts val="900"/>
              <a:buNone/>
              <a:defRPr sz="900" b="1"/>
            </a:lvl3pPr>
            <a:lvl4pPr marL="1828800" lvl="3" indent="-228600" algn="l" rtl="0">
              <a:lnSpc>
                <a:spcPct val="100000"/>
              </a:lnSpc>
              <a:spcBef>
                <a:spcPts val="200"/>
              </a:spcBef>
              <a:spcAft>
                <a:spcPts val="0"/>
              </a:spcAft>
              <a:buClr>
                <a:schemeClr val="dk1"/>
              </a:buClr>
              <a:buSzPts val="800"/>
              <a:buNone/>
              <a:defRPr sz="800" b="1"/>
            </a:lvl4pPr>
            <a:lvl5pPr marL="2286000" lvl="4" indent="-228600" algn="l" rtl="0">
              <a:lnSpc>
                <a:spcPct val="100000"/>
              </a:lnSpc>
              <a:spcBef>
                <a:spcPts val="200"/>
              </a:spcBef>
              <a:spcAft>
                <a:spcPts val="0"/>
              </a:spcAft>
              <a:buClr>
                <a:schemeClr val="dk1"/>
              </a:buClr>
              <a:buSzPts val="800"/>
              <a:buNone/>
              <a:defRPr sz="800" b="1"/>
            </a:lvl5pPr>
            <a:lvl6pPr marL="2743200" lvl="5" indent="-228600" algn="l" rtl="0">
              <a:lnSpc>
                <a:spcPct val="100000"/>
              </a:lnSpc>
              <a:spcBef>
                <a:spcPts val="200"/>
              </a:spcBef>
              <a:spcAft>
                <a:spcPts val="0"/>
              </a:spcAft>
              <a:buClr>
                <a:schemeClr val="dk1"/>
              </a:buClr>
              <a:buSzPts val="800"/>
              <a:buNone/>
              <a:defRPr sz="800" b="1"/>
            </a:lvl6pPr>
            <a:lvl7pPr marL="3200400" lvl="6" indent="-228600" algn="l" rtl="0">
              <a:lnSpc>
                <a:spcPct val="100000"/>
              </a:lnSpc>
              <a:spcBef>
                <a:spcPts val="200"/>
              </a:spcBef>
              <a:spcAft>
                <a:spcPts val="0"/>
              </a:spcAft>
              <a:buClr>
                <a:schemeClr val="dk1"/>
              </a:buClr>
              <a:buSzPts val="800"/>
              <a:buNone/>
              <a:defRPr sz="800" b="1"/>
            </a:lvl7pPr>
            <a:lvl8pPr marL="3657600" lvl="7" indent="-228600" algn="l" rtl="0">
              <a:lnSpc>
                <a:spcPct val="100000"/>
              </a:lnSpc>
              <a:spcBef>
                <a:spcPts val="200"/>
              </a:spcBef>
              <a:spcAft>
                <a:spcPts val="0"/>
              </a:spcAft>
              <a:buClr>
                <a:schemeClr val="dk1"/>
              </a:buClr>
              <a:buSzPts val="800"/>
              <a:buNone/>
              <a:defRPr sz="800" b="1"/>
            </a:lvl8pPr>
            <a:lvl9pPr marL="4114800" lvl="8" indent="-228600" algn="l" rtl="0">
              <a:lnSpc>
                <a:spcPct val="100000"/>
              </a:lnSpc>
              <a:spcBef>
                <a:spcPts val="200"/>
              </a:spcBef>
              <a:spcAft>
                <a:spcPts val="0"/>
              </a:spcAft>
              <a:buClr>
                <a:schemeClr val="dk1"/>
              </a:buClr>
              <a:buSzPts val="800"/>
              <a:buNone/>
              <a:defRPr sz="800" b="1"/>
            </a:lvl9pPr>
          </a:lstStyle>
          <a:p>
            <a:endParaRPr/>
          </a:p>
        </p:txBody>
      </p:sp>
      <p:sp>
        <p:nvSpPr>
          <p:cNvPr id="266" name="Google Shape;266;p7"/>
          <p:cNvSpPr txBox="1">
            <a:spLocks noGrp="1"/>
          </p:cNvSpPr>
          <p:nvPr>
            <p:ph type="body" idx="4"/>
          </p:nvPr>
        </p:nvSpPr>
        <p:spPr>
          <a:xfrm>
            <a:off x="2322513" y="1087438"/>
            <a:ext cx="2020800" cy="1975500"/>
          </a:xfrm>
          <a:prstGeom prst="rect">
            <a:avLst/>
          </a:prstGeom>
          <a:noFill/>
          <a:ln>
            <a:noFill/>
          </a:ln>
        </p:spPr>
        <p:txBody>
          <a:bodyPr spcFirstLastPara="1" wrap="square" lIns="45725" tIns="22850" rIns="45725" bIns="22850" anchor="t" anchorCtr="0">
            <a:normAutofit/>
          </a:bodyPr>
          <a:lstStyle>
            <a:lvl1pPr marL="457200" lvl="0" indent="-304800" algn="l" rtl="0">
              <a:lnSpc>
                <a:spcPct val="100000"/>
              </a:lnSpc>
              <a:spcBef>
                <a:spcPts val="200"/>
              </a:spcBef>
              <a:spcAft>
                <a:spcPts val="0"/>
              </a:spcAft>
              <a:buClr>
                <a:schemeClr val="dk1"/>
              </a:buClr>
              <a:buSzPts val="1200"/>
              <a:buChar char="•"/>
              <a:defRPr sz="1200"/>
            </a:lvl1pPr>
            <a:lvl2pPr marL="914400" lvl="1" indent="-292100" algn="l" rtl="0">
              <a:lnSpc>
                <a:spcPct val="100000"/>
              </a:lnSpc>
              <a:spcBef>
                <a:spcPts val="200"/>
              </a:spcBef>
              <a:spcAft>
                <a:spcPts val="0"/>
              </a:spcAft>
              <a:buClr>
                <a:schemeClr val="dk1"/>
              </a:buClr>
              <a:buSzPts val="1000"/>
              <a:buChar char="–"/>
              <a:defRPr sz="1000"/>
            </a:lvl2pPr>
            <a:lvl3pPr marL="1371600" lvl="2" indent="-285750" algn="l" rtl="0">
              <a:lnSpc>
                <a:spcPct val="100000"/>
              </a:lnSpc>
              <a:spcBef>
                <a:spcPts val="200"/>
              </a:spcBef>
              <a:spcAft>
                <a:spcPts val="0"/>
              </a:spcAft>
              <a:buClr>
                <a:schemeClr val="dk1"/>
              </a:buClr>
              <a:buSzPts val="900"/>
              <a:buChar char="•"/>
              <a:defRPr sz="900"/>
            </a:lvl3pPr>
            <a:lvl4pPr marL="1828800" lvl="3" indent="-279400" algn="l" rtl="0">
              <a:lnSpc>
                <a:spcPct val="100000"/>
              </a:lnSpc>
              <a:spcBef>
                <a:spcPts val="200"/>
              </a:spcBef>
              <a:spcAft>
                <a:spcPts val="0"/>
              </a:spcAft>
              <a:buClr>
                <a:schemeClr val="dk1"/>
              </a:buClr>
              <a:buSzPts val="800"/>
              <a:buChar char="–"/>
              <a:defRPr sz="800"/>
            </a:lvl4pPr>
            <a:lvl5pPr marL="2286000" lvl="4" indent="-279400" algn="l" rtl="0">
              <a:lnSpc>
                <a:spcPct val="100000"/>
              </a:lnSpc>
              <a:spcBef>
                <a:spcPts val="200"/>
              </a:spcBef>
              <a:spcAft>
                <a:spcPts val="0"/>
              </a:spcAft>
              <a:buClr>
                <a:schemeClr val="dk1"/>
              </a:buClr>
              <a:buSzPts val="800"/>
              <a:buChar char="»"/>
              <a:defRPr sz="800"/>
            </a:lvl5pPr>
            <a:lvl6pPr marL="2743200" lvl="5" indent="-279400" algn="l" rtl="0">
              <a:lnSpc>
                <a:spcPct val="100000"/>
              </a:lnSpc>
              <a:spcBef>
                <a:spcPts val="200"/>
              </a:spcBef>
              <a:spcAft>
                <a:spcPts val="0"/>
              </a:spcAft>
              <a:buClr>
                <a:schemeClr val="dk1"/>
              </a:buClr>
              <a:buSzPts val="800"/>
              <a:buChar char="•"/>
              <a:defRPr sz="800"/>
            </a:lvl6pPr>
            <a:lvl7pPr marL="3200400" lvl="6" indent="-279400" algn="l" rtl="0">
              <a:lnSpc>
                <a:spcPct val="100000"/>
              </a:lnSpc>
              <a:spcBef>
                <a:spcPts val="200"/>
              </a:spcBef>
              <a:spcAft>
                <a:spcPts val="0"/>
              </a:spcAft>
              <a:buClr>
                <a:schemeClr val="dk1"/>
              </a:buClr>
              <a:buSzPts val="800"/>
              <a:buChar char="•"/>
              <a:defRPr sz="800"/>
            </a:lvl7pPr>
            <a:lvl8pPr marL="3657600" lvl="7" indent="-279400" algn="l" rtl="0">
              <a:lnSpc>
                <a:spcPct val="100000"/>
              </a:lnSpc>
              <a:spcBef>
                <a:spcPts val="200"/>
              </a:spcBef>
              <a:spcAft>
                <a:spcPts val="0"/>
              </a:spcAft>
              <a:buClr>
                <a:schemeClr val="dk1"/>
              </a:buClr>
              <a:buSzPts val="800"/>
              <a:buChar char="•"/>
              <a:defRPr sz="800"/>
            </a:lvl8pPr>
            <a:lvl9pPr marL="4114800" lvl="8" indent="-279400" algn="l" rtl="0">
              <a:lnSpc>
                <a:spcPct val="100000"/>
              </a:lnSpc>
              <a:spcBef>
                <a:spcPts val="200"/>
              </a:spcBef>
              <a:spcAft>
                <a:spcPts val="0"/>
              </a:spcAft>
              <a:buClr>
                <a:schemeClr val="dk1"/>
              </a:buClr>
              <a:buSzPts val="800"/>
              <a:buChar char="•"/>
              <a:defRPr sz="800"/>
            </a:lvl9pPr>
          </a:lstStyle>
          <a:p>
            <a:endParaRPr/>
          </a:p>
        </p:txBody>
      </p:sp>
      <p:sp>
        <p:nvSpPr>
          <p:cNvPr id="267" name="Google Shape;267;p7"/>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68" name="Google Shape;268;p7"/>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69" name="Google Shape;269;p7"/>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0"/>
        <p:cNvGrpSpPr/>
        <p:nvPr/>
      </p:nvGrpSpPr>
      <p:grpSpPr>
        <a:xfrm>
          <a:off x="0" y="0"/>
          <a:ext cx="0" cy="0"/>
          <a:chOff x="0" y="0"/>
          <a:chExt cx="0" cy="0"/>
        </a:xfrm>
      </p:grpSpPr>
      <p:sp>
        <p:nvSpPr>
          <p:cNvPr id="271" name="Google Shape;271;p8"/>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72" name="Google Shape;272;p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73" name="Google Shape;273;p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74" name="Google Shape;274;p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75"/>
        <p:cNvGrpSpPr/>
        <p:nvPr/>
      </p:nvGrpSpPr>
      <p:grpSpPr>
        <a:xfrm>
          <a:off x="0" y="0"/>
          <a:ext cx="0" cy="0"/>
          <a:chOff x="0" y="0"/>
          <a:chExt cx="0" cy="0"/>
        </a:xfrm>
      </p:grpSpPr>
      <p:sp>
        <p:nvSpPr>
          <p:cNvPr id="276" name="Google Shape;276;p9"/>
          <p:cNvSpPr txBox="1">
            <a:spLocks noGrp="1"/>
          </p:cNvSpPr>
          <p:nvPr>
            <p:ph type="title"/>
          </p:nvPr>
        </p:nvSpPr>
        <p:spPr>
          <a:xfrm>
            <a:off x="228600" y="136525"/>
            <a:ext cx="1504200" cy="581100"/>
          </a:xfrm>
          <a:prstGeom prst="rect">
            <a:avLst/>
          </a:prstGeom>
          <a:noFill/>
          <a:ln>
            <a:noFill/>
          </a:ln>
        </p:spPr>
        <p:txBody>
          <a:bodyPr spcFirstLastPara="1" wrap="square" lIns="45725" tIns="22850" rIns="45725" bIns="22850" anchor="b" anchorCtr="0">
            <a:normAutofit/>
          </a:bodyPr>
          <a:lstStyle>
            <a:lvl1pPr lvl="0" algn="l" rtl="0">
              <a:lnSpc>
                <a:spcPct val="100000"/>
              </a:lnSpc>
              <a:spcBef>
                <a:spcPts val="0"/>
              </a:spcBef>
              <a:spcAft>
                <a:spcPts val="0"/>
              </a:spcAft>
              <a:buClr>
                <a:schemeClr val="dk1"/>
              </a:buClr>
              <a:buSzPts val="1000"/>
              <a:buFont typeface="Calibri"/>
              <a:buNone/>
              <a:defRPr sz="1000" b="1"/>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77" name="Google Shape;277;p9"/>
          <p:cNvSpPr txBox="1">
            <a:spLocks noGrp="1"/>
          </p:cNvSpPr>
          <p:nvPr>
            <p:ph type="body" idx="1"/>
          </p:nvPr>
        </p:nvSpPr>
        <p:spPr>
          <a:xfrm>
            <a:off x="1787525" y="136525"/>
            <a:ext cx="2556000" cy="2926500"/>
          </a:xfrm>
          <a:prstGeom prst="rect">
            <a:avLst/>
          </a:prstGeom>
          <a:noFill/>
          <a:ln>
            <a:noFill/>
          </a:ln>
        </p:spPr>
        <p:txBody>
          <a:bodyPr spcFirstLastPara="1" wrap="square" lIns="45725" tIns="22850" rIns="45725" bIns="22850" anchor="t" anchorCtr="0">
            <a:normAutofit/>
          </a:bodyPr>
          <a:lstStyle>
            <a:lvl1pPr marL="457200" lvl="0" indent="-330200" algn="l" rtl="0">
              <a:lnSpc>
                <a:spcPct val="100000"/>
              </a:lnSpc>
              <a:spcBef>
                <a:spcPts val="300"/>
              </a:spcBef>
              <a:spcAft>
                <a:spcPts val="0"/>
              </a:spcAft>
              <a:buClr>
                <a:schemeClr val="dk1"/>
              </a:buClr>
              <a:buSzPts val="1600"/>
              <a:buChar char="•"/>
              <a:defRPr sz="1600"/>
            </a:lvl1pPr>
            <a:lvl2pPr marL="914400" lvl="1" indent="-317500" algn="l" rtl="0">
              <a:lnSpc>
                <a:spcPct val="100000"/>
              </a:lnSpc>
              <a:spcBef>
                <a:spcPts val="300"/>
              </a:spcBef>
              <a:spcAft>
                <a:spcPts val="0"/>
              </a:spcAft>
              <a:buClr>
                <a:schemeClr val="dk1"/>
              </a:buClr>
              <a:buSzPts val="1400"/>
              <a:buChar char="–"/>
              <a:defRPr sz="1400"/>
            </a:lvl2pPr>
            <a:lvl3pPr marL="1371600" lvl="2" indent="-304800" algn="l" rtl="0">
              <a:lnSpc>
                <a:spcPct val="100000"/>
              </a:lnSpc>
              <a:spcBef>
                <a:spcPts val="200"/>
              </a:spcBef>
              <a:spcAft>
                <a:spcPts val="0"/>
              </a:spcAft>
              <a:buClr>
                <a:schemeClr val="dk1"/>
              </a:buClr>
              <a:buSzPts val="1200"/>
              <a:buChar char="•"/>
              <a:defRPr sz="1200"/>
            </a:lvl3pPr>
            <a:lvl4pPr marL="1828800" lvl="3" indent="-292100" algn="l" rtl="0">
              <a:lnSpc>
                <a:spcPct val="100000"/>
              </a:lnSpc>
              <a:spcBef>
                <a:spcPts val="200"/>
              </a:spcBef>
              <a:spcAft>
                <a:spcPts val="0"/>
              </a:spcAft>
              <a:buClr>
                <a:schemeClr val="dk1"/>
              </a:buClr>
              <a:buSzPts val="1000"/>
              <a:buChar char="–"/>
              <a:defRPr sz="1000"/>
            </a:lvl4pPr>
            <a:lvl5pPr marL="2286000" lvl="4" indent="-292100" algn="l" rtl="0">
              <a:lnSpc>
                <a:spcPct val="100000"/>
              </a:lnSpc>
              <a:spcBef>
                <a:spcPts val="200"/>
              </a:spcBef>
              <a:spcAft>
                <a:spcPts val="0"/>
              </a:spcAft>
              <a:buClr>
                <a:schemeClr val="dk1"/>
              </a:buClr>
              <a:buSzPts val="1000"/>
              <a:buChar char="»"/>
              <a:defRPr sz="1000"/>
            </a:lvl5pPr>
            <a:lvl6pPr marL="2743200" lvl="5" indent="-292100" algn="l" rtl="0">
              <a:lnSpc>
                <a:spcPct val="100000"/>
              </a:lnSpc>
              <a:spcBef>
                <a:spcPts val="200"/>
              </a:spcBef>
              <a:spcAft>
                <a:spcPts val="0"/>
              </a:spcAft>
              <a:buClr>
                <a:schemeClr val="dk1"/>
              </a:buClr>
              <a:buSzPts val="1000"/>
              <a:buChar char="•"/>
              <a:defRPr sz="1000"/>
            </a:lvl6pPr>
            <a:lvl7pPr marL="3200400" lvl="6" indent="-292100" algn="l" rtl="0">
              <a:lnSpc>
                <a:spcPct val="100000"/>
              </a:lnSpc>
              <a:spcBef>
                <a:spcPts val="200"/>
              </a:spcBef>
              <a:spcAft>
                <a:spcPts val="0"/>
              </a:spcAft>
              <a:buClr>
                <a:schemeClr val="dk1"/>
              </a:buClr>
              <a:buSzPts val="1000"/>
              <a:buChar char="•"/>
              <a:defRPr sz="1000"/>
            </a:lvl7pPr>
            <a:lvl8pPr marL="3657600" lvl="7" indent="-292100" algn="l" rtl="0">
              <a:lnSpc>
                <a:spcPct val="100000"/>
              </a:lnSpc>
              <a:spcBef>
                <a:spcPts val="200"/>
              </a:spcBef>
              <a:spcAft>
                <a:spcPts val="0"/>
              </a:spcAft>
              <a:buClr>
                <a:schemeClr val="dk1"/>
              </a:buClr>
              <a:buSzPts val="1000"/>
              <a:buChar char="•"/>
              <a:defRPr sz="1000"/>
            </a:lvl8pPr>
            <a:lvl9pPr marL="4114800" lvl="8" indent="-292100" algn="l" rtl="0">
              <a:lnSpc>
                <a:spcPct val="100000"/>
              </a:lnSpc>
              <a:spcBef>
                <a:spcPts val="200"/>
              </a:spcBef>
              <a:spcAft>
                <a:spcPts val="0"/>
              </a:spcAft>
              <a:buClr>
                <a:schemeClr val="dk1"/>
              </a:buClr>
              <a:buSzPts val="1000"/>
              <a:buChar char="•"/>
              <a:defRPr sz="1000"/>
            </a:lvl9pPr>
          </a:lstStyle>
          <a:p>
            <a:endParaRPr/>
          </a:p>
        </p:txBody>
      </p:sp>
      <p:sp>
        <p:nvSpPr>
          <p:cNvPr id="278" name="Google Shape;278;p9"/>
          <p:cNvSpPr txBox="1">
            <a:spLocks noGrp="1"/>
          </p:cNvSpPr>
          <p:nvPr>
            <p:ph type="body" idx="2"/>
          </p:nvPr>
        </p:nvSpPr>
        <p:spPr>
          <a:xfrm>
            <a:off x="228600" y="717550"/>
            <a:ext cx="1504200" cy="2345400"/>
          </a:xfrm>
          <a:prstGeom prst="rect">
            <a:avLst/>
          </a:prstGeom>
          <a:noFill/>
          <a:ln>
            <a:noFill/>
          </a:ln>
        </p:spPr>
        <p:txBody>
          <a:bodyPr spcFirstLastPara="1" wrap="square" lIns="45725" tIns="22850" rIns="45725" bIns="22850" anchor="t" anchorCtr="0">
            <a:normAutofit/>
          </a:bodyPr>
          <a:lstStyle>
            <a:lvl1pPr marL="457200" lvl="0" indent="-228600" algn="l" rtl="0">
              <a:lnSpc>
                <a:spcPct val="100000"/>
              </a:lnSpc>
              <a:spcBef>
                <a:spcPts val="100"/>
              </a:spcBef>
              <a:spcAft>
                <a:spcPts val="0"/>
              </a:spcAft>
              <a:buClr>
                <a:schemeClr val="dk1"/>
              </a:buClr>
              <a:buSzPts val="700"/>
              <a:buNone/>
              <a:defRPr sz="700"/>
            </a:lvl1pPr>
            <a:lvl2pPr marL="914400" lvl="1" indent="-228600" algn="l" rtl="0">
              <a:lnSpc>
                <a:spcPct val="100000"/>
              </a:lnSpc>
              <a:spcBef>
                <a:spcPts val="100"/>
              </a:spcBef>
              <a:spcAft>
                <a:spcPts val="0"/>
              </a:spcAft>
              <a:buClr>
                <a:schemeClr val="dk1"/>
              </a:buClr>
              <a:buSzPts val="600"/>
              <a:buNone/>
              <a:defRPr sz="600"/>
            </a:lvl2pPr>
            <a:lvl3pPr marL="1371600" lvl="2" indent="-228600" algn="l" rtl="0">
              <a:lnSpc>
                <a:spcPct val="100000"/>
              </a:lnSpc>
              <a:spcBef>
                <a:spcPts val="100"/>
              </a:spcBef>
              <a:spcAft>
                <a:spcPts val="0"/>
              </a:spcAft>
              <a:buClr>
                <a:schemeClr val="dk1"/>
              </a:buClr>
              <a:buSzPts val="500"/>
              <a:buNone/>
              <a:defRPr sz="500"/>
            </a:lvl3pPr>
            <a:lvl4pPr marL="1828800" lvl="3" indent="-228600" algn="l" rtl="0">
              <a:lnSpc>
                <a:spcPct val="100000"/>
              </a:lnSpc>
              <a:spcBef>
                <a:spcPts val="100"/>
              </a:spcBef>
              <a:spcAft>
                <a:spcPts val="0"/>
              </a:spcAft>
              <a:buClr>
                <a:schemeClr val="dk1"/>
              </a:buClr>
              <a:buSzPts val="500"/>
              <a:buNone/>
              <a:defRPr sz="500"/>
            </a:lvl4pPr>
            <a:lvl5pPr marL="2286000" lvl="4" indent="-228600" algn="l" rtl="0">
              <a:lnSpc>
                <a:spcPct val="100000"/>
              </a:lnSpc>
              <a:spcBef>
                <a:spcPts val="100"/>
              </a:spcBef>
              <a:spcAft>
                <a:spcPts val="0"/>
              </a:spcAft>
              <a:buClr>
                <a:schemeClr val="dk1"/>
              </a:buClr>
              <a:buSzPts val="500"/>
              <a:buNone/>
              <a:defRPr sz="500"/>
            </a:lvl5pPr>
            <a:lvl6pPr marL="2743200" lvl="5" indent="-228600" algn="l" rtl="0">
              <a:lnSpc>
                <a:spcPct val="100000"/>
              </a:lnSpc>
              <a:spcBef>
                <a:spcPts val="100"/>
              </a:spcBef>
              <a:spcAft>
                <a:spcPts val="0"/>
              </a:spcAft>
              <a:buClr>
                <a:schemeClr val="dk1"/>
              </a:buClr>
              <a:buSzPts val="500"/>
              <a:buNone/>
              <a:defRPr sz="500"/>
            </a:lvl6pPr>
            <a:lvl7pPr marL="3200400" lvl="6" indent="-228600" algn="l" rtl="0">
              <a:lnSpc>
                <a:spcPct val="100000"/>
              </a:lnSpc>
              <a:spcBef>
                <a:spcPts val="100"/>
              </a:spcBef>
              <a:spcAft>
                <a:spcPts val="0"/>
              </a:spcAft>
              <a:buClr>
                <a:schemeClr val="dk1"/>
              </a:buClr>
              <a:buSzPts val="500"/>
              <a:buNone/>
              <a:defRPr sz="500"/>
            </a:lvl7pPr>
            <a:lvl8pPr marL="3657600" lvl="7" indent="-228600" algn="l" rtl="0">
              <a:lnSpc>
                <a:spcPct val="100000"/>
              </a:lnSpc>
              <a:spcBef>
                <a:spcPts val="100"/>
              </a:spcBef>
              <a:spcAft>
                <a:spcPts val="0"/>
              </a:spcAft>
              <a:buClr>
                <a:schemeClr val="dk1"/>
              </a:buClr>
              <a:buSzPts val="500"/>
              <a:buNone/>
              <a:defRPr sz="500"/>
            </a:lvl8pPr>
            <a:lvl9pPr marL="4114800" lvl="8" indent="-228600" algn="l" rtl="0">
              <a:lnSpc>
                <a:spcPct val="100000"/>
              </a:lnSpc>
              <a:spcBef>
                <a:spcPts val="100"/>
              </a:spcBef>
              <a:spcAft>
                <a:spcPts val="0"/>
              </a:spcAft>
              <a:buClr>
                <a:schemeClr val="dk1"/>
              </a:buClr>
              <a:buSzPts val="500"/>
              <a:buNone/>
              <a:defRPr sz="500"/>
            </a:lvl9pPr>
          </a:lstStyle>
          <a:p>
            <a:endParaRPr/>
          </a:p>
        </p:txBody>
      </p:sp>
      <p:sp>
        <p:nvSpPr>
          <p:cNvPr id="279" name="Google Shape;279;p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80" name="Google Shape;280;p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81" name="Google Shape;281;p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82"/>
        <p:cNvGrpSpPr/>
        <p:nvPr/>
      </p:nvGrpSpPr>
      <p:grpSpPr>
        <a:xfrm>
          <a:off x="0" y="0"/>
          <a:ext cx="0" cy="0"/>
          <a:chOff x="0" y="0"/>
          <a:chExt cx="0" cy="0"/>
        </a:xfrm>
      </p:grpSpPr>
      <p:sp>
        <p:nvSpPr>
          <p:cNvPr id="283" name="Google Shape;283;p10"/>
          <p:cNvSpPr txBox="1">
            <a:spLocks noGrp="1"/>
          </p:cNvSpPr>
          <p:nvPr>
            <p:ph type="title"/>
          </p:nvPr>
        </p:nvSpPr>
        <p:spPr>
          <a:xfrm>
            <a:off x="896144" y="2400300"/>
            <a:ext cx="2743200" cy="283500"/>
          </a:xfrm>
          <a:prstGeom prst="rect">
            <a:avLst/>
          </a:prstGeom>
          <a:noFill/>
          <a:ln>
            <a:noFill/>
          </a:ln>
        </p:spPr>
        <p:txBody>
          <a:bodyPr spcFirstLastPara="1" wrap="square" lIns="45725" tIns="22850" rIns="45725" bIns="22850" anchor="b" anchorCtr="0">
            <a:normAutofit/>
          </a:bodyPr>
          <a:lstStyle>
            <a:lvl1pPr lvl="0" algn="l" rtl="0">
              <a:lnSpc>
                <a:spcPct val="100000"/>
              </a:lnSpc>
              <a:spcBef>
                <a:spcPts val="0"/>
              </a:spcBef>
              <a:spcAft>
                <a:spcPts val="0"/>
              </a:spcAft>
              <a:buClr>
                <a:schemeClr val="dk1"/>
              </a:buClr>
              <a:buSzPts val="1000"/>
              <a:buFont typeface="Calibri"/>
              <a:buNone/>
              <a:defRPr sz="1000" b="1"/>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84" name="Google Shape;284;p10"/>
          <p:cNvSpPr>
            <a:spLocks noGrp="1"/>
          </p:cNvSpPr>
          <p:nvPr>
            <p:ph type="pic" idx="2"/>
          </p:nvPr>
        </p:nvSpPr>
        <p:spPr>
          <a:xfrm>
            <a:off x="896144" y="306388"/>
            <a:ext cx="2743200" cy="2057400"/>
          </a:xfrm>
          <a:prstGeom prst="rect">
            <a:avLst/>
          </a:prstGeom>
          <a:noFill/>
          <a:ln>
            <a:noFill/>
          </a:ln>
        </p:spPr>
      </p:sp>
      <p:sp>
        <p:nvSpPr>
          <p:cNvPr id="285" name="Google Shape;285;p10"/>
          <p:cNvSpPr txBox="1">
            <a:spLocks noGrp="1"/>
          </p:cNvSpPr>
          <p:nvPr>
            <p:ph type="body" idx="1"/>
          </p:nvPr>
        </p:nvSpPr>
        <p:spPr>
          <a:xfrm>
            <a:off x="896144" y="2683669"/>
            <a:ext cx="2743200" cy="402300"/>
          </a:xfrm>
          <a:prstGeom prst="rect">
            <a:avLst/>
          </a:prstGeom>
          <a:noFill/>
          <a:ln>
            <a:noFill/>
          </a:ln>
        </p:spPr>
        <p:txBody>
          <a:bodyPr spcFirstLastPara="1" wrap="square" lIns="45725" tIns="22850" rIns="45725" bIns="22850" anchor="t" anchorCtr="0">
            <a:normAutofit/>
          </a:bodyPr>
          <a:lstStyle>
            <a:lvl1pPr marL="457200" lvl="0" indent="-228600" algn="l" rtl="0">
              <a:lnSpc>
                <a:spcPct val="100000"/>
              </a:lnSpc>
              <a:spcBef>
                <a:spcPts val="100"/>
              </a:spcBef>
              <a:spcAft>
                <a:spcPts val="0"/>
              </a:spcAft>
              <a:buClr>
                <a:schemeClr val="dk1"/>
              </a:buClr>
              <a:buSzPts val="700"/>
              <a:buNone/>
              <a:defRPr sz="700"/>
            </a:lvl1pPr>
            <a:lvl2pPr marL="914400" lvl="1" indent="-228600" algn="l" rtl="0">
              <a:lnSpc>
                <a:spcPct val="100000"/>
              </a:lnSpc>
              <a:spcBef>
                <a:spcPts val="100"/>
              </a:spcBef>
              <a:spcAft>
                <a:spcPts val="0"/>
              </a:spcAft>
              <a:buClr>
                <a:schemeClr val="dk1"/>
              </a:buClr>
              <a:buSzPts val="600"/>
              <a:buNone/>
              <a:defRPr sz="600"/>
            </a:lvl2pPr>
            <a:lvl3pPr marL="1371600" lvl="2" indent="-228600" algn="l" rtl="0">
              <a:lnSpc>
                <a:spcPct val="100000"/>
              </a:lnSpc>
              <a:spcBef>
                <a:spcPts val="100"/>
              </a:spcBef>
              <a:spcAft>
                <a:spcPts val="0"/>
              </a:spcAft>
              <a:buClr>
                <a:schemeClr val="dk1"/>
              </a:buClr>
              <a:buSzPts val="500"/>
              <a:buNone/>
              <a:defRPr sz="500"/>
            </a:lvl3pPr>
            <a:lvl4pPr marL="1828800" lvl="3" indent="-228600" algn="l" rtl="0">
              <a:lnSpc>
                <a:spcPct val="100000"/>
              </a:lnSpc>
              <a:spcBef>
                <a:spcPts val="100"/>
              </a:spcBef>
              <a:spcAft>
                <a:spcPts val="0"/>
              </a:spcAft>
              <a:buClr>
                <a:schemeClr val="dk1"/>
              </a:buClr>
              <a:buSzPts val="500"/>
              <a:buNone/>
              <a:defRPr sz="500"/>
            </a:lvl4pPr>
            <a:lvl5pPr marL="2286000" lvl="4" indent="-228600" algn="l" rtl="0">
              <a:lnSpc>
                <a:spcPct val="100000"/>
              </a:lnSpc>
              <a:spcBef>
                <a:spcPts val="100"/>
              </a:spcBef>
              <a:spcAft>
                <a:spcPts val="0"/>
              </a:spcAft>
              <a:buClr>
                <a:schemeClr val="dk1"/>
              </a:buClr>
              <a:buSzPts val="500"/>
              <a:buNone/>
              <a:defRPr sz="500"/>
            </a:lvl5pPr>
            <a:lvl6pPr marL="2743200" lvl="5" indent="-228600" algn="l" rtl="0">
              <a:lnSpc>
                <a:spcPct val="100000"/>
              </a:lnSpc>
              <a:spcBef>
                <a:spcPts val="100"/>
              </a:spcBef>
              <a:spcAft>
                <a:spcPts val="0"/>
              </a:spcAft>
              <a:buClr>
                <a:schemeClr val="dk1"/>
              </a:buClr>
              <a:buSzPts val="500"/>
              <a:buNone/>
              <a:defRPr sz="500"/>
            </a:lvl6pPr>
            <a:lvl7pPr marL="3200400" lvl="6" indent="-228600" algn="l" rtl="0">
              <a:lnSpc>
                <a:spcPct val="100000"/>
              </a:lnSpc>
              <a:spcBef>
                <a:spcPts val="100"/>
              </a:spcBef>
              <a:spcAft>
                <a:spcPts val="0"/>
              </a:spcAft>
              <a:buClr>
                <a:schemeClr val="dk1"/>
              </a:buClr>
              <a:buSzPts val="500"/>
              <a:buNone/>
              <a:defRPr sz="500"/>
            </a:lvl7pPr>
            <a:lvl8pPr marL="3657600" lvl="7" indent="-228600" algn="l" rtl="0">
              <a:lnSpc>
                <a:spcPct val="100000"/>
              </a:lnSpc>
              <a:spcBef>
                <a:spcPts val="100"/>
              </a:spcBef>
              <a:spcAft>
                <a:spcPts val="0"/>
              </a:spcAft>
              <a:buClr>
                <a:schemeClr val="dk1"/>
              </a:buClr>
              <a:buSzPts val="500"/>
              <a:buNone/>
              <a:defRPr sz="500"/>
            </a:lvl8pPr>
            <a:lvl9pPr marL="4114800" lvl="8" indent="-228600" algn="l" rtl="0">
              <a:lnSpc>
                <a:spcPct val="100000"/>
              </a:lnSpc>
              <a:spcBef>
                <a:spcPts val="100"/>
              </a:spcBef>
              <a:spcAft>
                <a:spcPts val="0"/>
              </a:spcAft>
              <a:buClr>
                <a:schemeClr val="dk1"/>
              </a:buClr>
              <a:buSzPts val="500"/>
              <a:buNone/>
              <a:defRPr sz="500"/>
            </a:lvl9pPr>
          </a:lstStyle>
          <a:p>
            <a:endParaRPr/>
          </a:p>
        </p:txBody>
      </p:sp>
      <p:sp>
        <p:nvSpPr>
          <p:cNvPr id="286" name="Google Shape;286;p10"/>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87" name="Google Shape;287;p10"/>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88" name="Google Shape;288;p10"/>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89"/>
        <p:cNvGrpSpPr/>
        <p:nvPr/>
      </p:nvGrpSpPr>
      <p:grpSpPr>
        <a:xfrm>
          <a:off x="0" y="0"/>
          <a:ext cx="0" cy="0"/>
          <a:chOff x="0" y="0"/>
          <a:chExt cx="0" cy="0"/>
        </a:xfrm>
      </p:grpSpPr>
      <p:sp>
        <p:nvSpPr>
          <p:cNvPr id="290" name="Google Shape;290;p11"/>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91" name="Google Shape;291;p11"/>
          <p:cNvSpPr txBox="1">
            <a:spLocks noGrp="1"/>
          </p:cNvSpPr>
          <p:nvPr>
            <p:ph type="body" idx="1"/>
          </p:nvPr>
        </p:nvSpPr>
        <p:spPr>
          <a:xfrm rot="5400000">
            <a:off x="1154550" y="-125850"/>
            <a:ext cx="2262900" cy="4114800"/>
          </a:xfrm>
          <a:prstGeom prst="rect">
            <a:avLst/>
          </a:prstGeom>
          <a:noFill/>
          <a:ln>
            <a:noFill/>
          </a:ln>
        </p:spPr>
        <p:txBody>
          <a:bodyPr spcFirstLastPara="1" wrap="square" lIns="45725" tIns="22850" rIns="45725" bIns="22850" anchor="t" anchorCtr="0">
            <a:normAutofit/>
          </a:bodyPr>
          <a:lstStyle>
            <a:lvl1pPr marL="457200" lvl="0" indent="-285750" algn="l" rtl="0">
              <a:lnSpc>
                <a:spcPct val="100000"/>
              </a:lnSpc>
              <a:spcBef>
                <a:spcPts val="200"/>
              </a:spcBef>
              <a:spcAft>
                <a:spcPts val="0"/>
              </a:spcAft>
              <a:buClr>
                <a:schemeClr val="dk1"/>
              </a:buClr>
              <a:buSzPts val="900"/>
              <a:buChar char="•"/>
              <a:defRPr/>
            </a:lvl1pPr>
            <a:lvl2pPr marL="914400" lvl="1" indent="-285750" algn="l" rtl="0">
              <a:lnSpc>
                <a:spcPct val="100000"/>
              </a:lnSpc>
              <a:spcBef>
                <a:spcPts val="200"/>
              </a:spcBef>
              <a:spcAft>
                <a:spcPts val="0"/>
              </a:spcAft>
              <a:buClr>
                <a:schemeClr val="dk1"/>
              </a:buClr>
              <a:buSzPts val="900"/>
              <a:buChar char="–"/>
              <a:defRPr/>
            </a:lvl2pPr>
            <a:lvl3pPr marL="1371600" lvl="2" indent="-285750" algn="l" rtl="0">
              <a:lnSpc>
                <a:spcPct val="100000"/>
              </a:lnSpc>
              <a:spcBef>
                <a:spcPts val="200"/>
              </a:spcBef>
              <a:spcAft>
                <a:spcPts val="0"/>
              </a:spcAft>
              <a:buClr>
                <a:schemeClr val="dk1"/>
              </a:buClr>
              <a:buSzPts val="900"/>
              <a:buChar char="•"/>
              <a:defRPr/>
            </a:lvl3pPr>
            <a:lvl4pPr marL="1828800" lvl="3" indent="-285750" algn="l" rtl="0">
              <a:lnSpc>
                <a:spcPct val="100000"/>
              </a:lnSpc>
              <a:spcBef>
                <a:spcPts val="200"/>
              </a:spcBef>
              <a:spcAft>
                <a:spcPts val="0"/>
              </a:spcAft>
              <a:buClr>
                <a:schemeClr val="dk1"/>
              </a:buClr>
              <a:buSzPts val="900"/>
              <a:buChar char="–"/>
              <a:defRPr/>
            </a:lvl4pPr>
            <a:lvl5pPr marL="2286000" lvl="4" indent="-285750" algn="l" rtl="0">
              <a:lnSpc>
                <a:spcPct val="100000"/>
              </a:lnSpc>
              <a:spcBef>
                <a:spcPts val="200"/>
              </a:spcBef>
              <a:spcAft>
                <a:spcPts val="0"/>
              </a:spcAft>
              <a:buClr>
                <a:schemeClr val="dk1"/>
              </a:buClr>
              <a:buSzPts val="900"/>
              <a:buChar char="»"/>
              <a:defRPr/>
            </a:lvl5pPr>
            <a:lvl6pPr marL="2743200" lvl="5" indent="-285750" algn="l" rtl="0">
              <a:lnSpc>
                <a:spcPct val="100000"/>
              </a:lnSpc>
              <a:spcBef>
                <a:spcPts val="200"/>
              </a:spcBef>
              <a:spcAft>
                <a:spcPts val="0"/>
              </a:spcAft>
              <a:buClr>
                <a:schemeClr val="dk1"/>
              </a:buClr>
              <a:buSzPts val="900"/>
              <a:buChar char="•"/>
              <a:defRPr/>
            </a:lvl6pPr>
            <a:lvl7pPr marL="3200400" lvl="6" indent="-285750" algn="l" rtl="0">
              <a:lnSpc>
                <a:spcPct val="100000"/>
              </a:lnSpc>
              <a:spcBef>
                <a:spcPts val="200"/>
              </a:spcBef>
              <a:spcAft>
                <a:spcPts val="0"/>
              </a:spcAft>
              <a:buClr>
                <a:schemeClr val="dk1"/>
              </a:buClr>
              <a:buSzPts val="900"/>
              <a:buChar char="•"/>
              <a:defRPr/>
            </a:lvl7pPr>
            <a:lvl8pPr marL="3657600" lvl="7" indent="-285750" algn="l" rtl="0">
              <a:lnSpc>
                <a:spcPct val="100000"/>
              </a:lnSpc>
              <a:spcBef>
                <a:spcPts val="200"/>
              </a:spcBef>
              <a:spcAft>
                <a:spcPts val="0"/>
              </a:spcAft>
              <a:buClr>
                <a:schemeClr val="dk1"/>
              </a:buClr>
              <a:buSzPts val="900"/>
              <a:buChar char="•"/>
              <a:defRPr/>
            </a:lvl8pPr>
            <a:lvl9pPr marL="4114800" lvl="8" indent="-285750" algn="l" rtl="0">
              <a:lnSpc>
                <a:spcPct val="100000"/>
              </a:lnSpc>
              <a:spcBef>
                <a:spcPts val="200"/>
              </a:spcBef>
              <a:spcAft>
                <a:spcPts val="0"/>
              </a:spcAft>
              <a:buClr>
                <a:schemeClr val="dk1"/>
              </a:buClr>
              <a:buSzPts val="900"/>
              <a:buChar char="•"/>
              <a:defRPr/>
            </a:lvl9pPr>
          </a:lstStyle>
          <a:p>
            <a:endParaRPr/>
          </a:p>
        </p:txBody>
      </p:sp>
      <p:sp>
        <p:nvSpPr>
          <p:cNvPr id="292" name="Google Shape;292;p1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93" name="Google Shape;293;p1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94" name="Google Shape;294;p1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95"/>
        <p:cNvGrpSpPr/>
        <p:nvPr/>
      </p:nvGrpSpPr>
      <p:grpSpPr>
        <a:xfrm>
          <a:off x="0" y="0"/>
          <a:ext cx="0" cy="0"/>
          <a:chOff x="0" y="0"/>
          <a:chExt cx="0" cy="0"/>
        </a:xfrm>
      </p:grpSpPr>
      <p:sp>
        <p:nvSpPr>
          <p:cNvPr id="296" name="Google Shape;296;p12"/>
          <p:cNvSpPr txBox="1">
            <a:spLocks noGrp="1"/>
          </p:cNvSpPr>
          <p:nvPr>
            <p:ph type="title"/>
          </p:nvPr>
        </p:nvSpPr>
        <p:spPr>
          <a:xfrm rot="5400000">
            <a:off x="2366100" y="1085919"/>
            <a:ext cx="2925900" cy="10287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97" name="Google Shape;297;p12"/>
          <p:cNvSpPr txBox="1">
            <a:spLocks noGrp="1"/>
          </p:cNvSpPr>
          <p:nvPr>
            <p:ph type="body" idx="1"/>
          </p:nvPr>
        </p:nvSpPr>
        <p:spPr>
          <a:xfrm rot="5400000">
            <a:off x="270600" y="95318"/>
            <a:ext cx="2925900" cy="3009900"/>
          </a:xfrm>
          <a:prstGeom prst="rect">
            <a:avLst/>
          </a:prstGeom>
          <a:noFill/>
          <a:ln>
            <a:noFill/>
          </a:ln>
        </p:spPr>
        <p:txBody>
          <a:bodyPr spcFirstLastPara="1" wrap="square" lIns="45725" tIns="22850" rIns="45725" bIns="22850" anchor="t" anchorCtr="0">
            <a:normAutofit/>
          </a:bodyPr>
          <a:lstStyle>
            <a:lvl1pPr marL="457200" lvl="0" indent="-285750" algn="l" rtl="0">
              <a:lnSpc>
                <a:spcPct val="100000"/>
              </a:lnSpc>
              <a:spcBef>
                <a:spcPts val="200"/>
              </a:spcBef>
              <a:spcAft>
                <a:spcPts val="0"/>
              </a:spcAft>
              <a:buClr>
                <a:schemeClr val="dk1"/>
              </a:buClr>
              <a:buSzPts val="900"/>
              <a:buChar char="•"/>
              <a:defRPr/>
            </a:lvl1pPr>
            <a:lvl2pPr marL="914400" lvl="1" indent="-285750" algn="l" rtl="0">
              <a:lnSpc>
                <a:spcPct val="100000"/>
              </a:lnSpc>
              <a:spcBef>
                <a:spcPts val="200"/>
              </a:spcBef>
              <a:spcAft>
                <a:spcPts val="0"/>
              </a:spcAft>
              <a:buClr>
                <a:schemeClr val="dk1"/>
              </a:buClr>
              <a:buSzPts val="900"/>
              <a:buChar char="–"/>
              <a:defRPr/>
            </a:lvl2pPr>
            <a:lvl3pPr marL="1371600" lvl="2" indent="-285750" algn="l" rtl="0">
              <a:lnSpc>
                <a:spcPct val="100000"/>
              </a:lnSpc>
              <a:spcBef>
                <a:spcPts val="200"/>
              </a:spcBef>
              <a:spcAft>
                <a:spcPts val="0"/>
              </a:spcAft>
              <a:buClr>
                <a:schemeClr val="dk1"/>
              </a:buClr>
              <a:buSzPts val="900"/>
              <a:buChar char="•"/>
              <a:defRPr/>
            </a:lvl3pPr>
            <a:lvl4pPr marL="1828800" lvl="3" indent="-285750" algn="l" rtl="0">
              <a:lnSpc>
                <a:spcPct val="100000"/>
              </a:lnSpc>
              <a:spcBef>
                <a:spcPts val="200"/>
              </a:spcBef>
              <a:spcAft>
                <a:spcPts val="0"/>
              </a:spcAft>
              <a:buClr>
                <a:schemeClr val="dk1"/>
              </a:buClr>
              <a:buSzPts val="900"/>
              <a:buChar char="–"/>
              <a:defRPr/>
            </a:lvl4pPr>
            <a:lvl5pPr marL="2286000" lvl="4" indent="-285750" algn="l" rtl="0">
              <a:lnSpc>
                <a:spcPct val="100000"/>
              </a:lnSpc>
              <a:spcBef>
                <a:spcPts val="200"/>
              </a:spcBef>
              <a:spcAft>
                <a:spcPts val="0"/>
              </a:spcAft>
              <a:buClr>
                <a:schemeClr val="dk1"/>
              </a:buClr>
              <a:buSzPts val="900"/>
              <a:buChar char="»"/>
              <a:defRPr/>
            </a:lvl5pPr>
            <a:lvl6pPr marL="2743200" lvl="5" indent="-285750" algn="l" rtl="0">
              <a:lnSpc>
                <a:spcPct val="100000"/>
              </a:lnSpc>
              <a:spcBef>
                <a:spcPts val="200"/>
              </a:spcBef>
              <a:spcAft>
                <a:spcPts val="0"/>
              </a:spcAft>
              <a:buClr>
                <a:schemeClr val="dk1"/>
              </a:buClr>
              <a:buSzPts val="900"/>
              <a:buChar char="•"/>
              <a:defRPr/>
            </a:lvl6pPr>
            <a:lvl7pPr marL="3200400" lvl="6" indent="-285750" algn="l" rtl="0">
              <a:lnSpc>
                <a:spcPct val="100000"/>
              </a:lnSpc>
              <a:spcBef>
                <a:spcPts val="200"/>
              </a:spcBef>
              <a:spcAft>
                <a:spcPts val="0"/>
              </a:spcAft>
              <a:buClr>
                <a:schemeClr val="dk1"/>
              </a:buClr>
              <a:buSzPts val="900"/>
              <a:buChar char="•"/>
              <a:defRPr/>
            </a:lvl7pPr>
            <a:lvl8pPr marL="3657600" lvl="7" indent="-285750" algn="l" rtl="0">
              <a:lnSpc>
                <a:spcPct val="100000"/>
              </a:lnSpc>
              <a:spcBef>
                <a:spcPts val="200"/>
              </a:spcBef>
              <a:spcAft>
                <a:spcPts val="0"/>
              </a:spcAft>
              <a:buClr>
                <a:schemeClr val="dk1"/>
              </a:buClr>
              <a:buSzPts val="900"/>
              <a:buChar char="•"/>
              <a:defRPr/>
            </a:lvl8pPr>
            <a:lvl9pPr marL="4114800" lvl="8" indent="-285750" algn="l" rtl="0">
              <a:lnSpc>
                <a:spcPct val="100000"/>
              </a:lnSpc>
              <a:spcBef>
                <a:spcPts val="200"/>
              </a:spcBef>
              <a:spcAft>
                <a:spcPts val="0"/>
              </a:spcAft>
              <a:buClr>
                <a:schemeClr val="dk1"/>
              </a:buClr>
              <a:buSzPts val="900"/>
              <a:buChar char="•"/>
              <a:defRPr/>
            </a:lvl9pPr>
          </a:lstStyle>
          <a:p>
            <a:endParaRPr/>
          </a:p>
        </p:txBody>
      </p:sp>
      <p:sp>
        <p:nvSpPr>
          <p:cNvPr id="298" name="Google Shape;298;p1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99" name="Google Shape;299;p1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300" name="Google Shape;300;p1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05"/>
        <p:cNvGrpSpPr/>
        <p:nvPr/>
      </p:nvGrpSpPr>
      <p:grpSpPr>
        <a:xfrm>
          <a:off x="0" y="0"/>
          <a:ext cx="0" cy="0"/>
          <a:chOff x="0" y="0"/>
          <a:chExt cx="0" cy="0"/>
        </a:xfrm>
      </p:grpSpPr>
      <p:sp>
        <p:nvSpPr>
          <p:cNvPr id="306" name="Google Shape;306;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5200"/>
              <a:buNone/>
              <a:defRPr sz="52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307" name="Google Shape;307;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08" name="Google Shape;308;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9"/>
        <p:cNvGrpSpPr/>
        <p:nvPr/>
      </p:nvGrpSpPr>
      <p:grpSpPr>
        <a:xfrm>
          <a:off x="0" y="0"/>
          <a:ext cx="0" cy="0"/>
          <a:chOff x="0" y="0"/>
          <a:chExt cx="0" cy="0"/>
        </a:xfrm>
      </p:grpSpPr>
      <p:sp>
        <p:nvSpPr>
          <p:cNvPr id="310" name="Google Shape;310;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311" name="Google Shape;31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2"/>
        <p:cNvGrpSpPr/>
        <p:nvPr/>
      </p:nvGrpSpPr>
      <p:grpSpPr>
        <a:xfrm>
          <a:off x="0" y="0"/>
          <a:ext cx="0" cy="0"/>
          <a:chOff x="0" y="0"/>
          <a:chExt cx="0" cy="0"/>
        </a:xfrm>
      </p:grpSpPr>
      <p:sp>
        <p:nvSpPr>
          <p:cNvPr id="313" name="Google Shape;313;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314" name="Google Shape;314;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a:endParaRPr/>
          </a:p>
        </p:txBody>
      </p:sp>
      <p:sp>
        <p:nvSpPr>
          <p:cNvPr id="315" name="Google Shape;315;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6"/>
        <p:cNvGrpSpPr/>
        <p:nvPr/>
      </p:nvGrpSpPr>
      <p:grpSpPr>
        <a:xfrm>
          <a:off x="0" y="0"/>
          <a:ext cx="0" cy="0"/>
          <a:chOff x="0" y="0"/>
          <a:chExt cx="0" cy="0"/>
        </a:xfrm>
      </p:grpSpPr>
      <p:sp>
        <p:nvSpPr>
          <p:cNvPr id="317" name="Google Shape;317;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318" name="Google Shape;318;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a:endParaRPr/>
          </a:p>
        </p:txBody>
      </p:sp>
      <p:sp>
        <p:nvSpPr>
          <p:cNvPr id="319" name="Google Shape;319;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a:endParaRPr/>
          </a:p>
        </p:txBody>
      </p:sp>
      <p:sp>
        <p:nvSpPr>
          <p:cNvPr id="320" name="Google Shape;320;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1"/>
        <p:cNvGrpSpPr/>
        <p:nvPr/>
      </p:nvGrpSpPr>
      <p:grpSpPr>
        <a:xfrm>
          <a:off x="0" y="0"/>
          <a:ext cx="0" cy="0"/>
          <a:chOff x="0" y="0"/>
          <a:chExt cx="0" cy="0"/>
        </a:xfrm>
      </p:grpSpPr>
      <p:sp>
        <p:nvSpPr>
          <p:cNvPr id="322" name="Google Shape;322;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323" name="Google Shape;323;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4"/>
        <p:cNvGrpSpPr/>
        <p:nvPr/>
      </p:nvGrpSpPr>
      <p:grpSpPr>
        <a:xfrm>
          <a:off x="0" y="0"/>
          <a:ext cx="0" cy="0"/>
          <a:chOff x="0" y="0"/>
          <a:chExt cx="0" cy="0"/>
        </a:xfrm>
      </p:grpSpPr>
      <p:sp>
        <p:nvSpPr>
          <p:cNvPr id="325" name="Google Shape;325;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rtl="0">
              <a:lnSpc>
                <a:spcPct val="100000"/>
              </a:lnSpc>
              <a:spcBef>
                <a:spcPts val="0"/>
              </a:spcBef>
              <a:spcAft>
                <a:spcPts val="0"/>
              </a:spcAft>
              <a:buSzPts val="2400"/>
              <a:buNone/>
              <a:defRPr sz="2400"/>
            </a:lvl1pPr>
            <a:lvl2pPr lvl="1" algn="l" rtl="0">
              <a:lnSpc>
                <a:spcPct val="100000"/>
              </a:lnSpc>
              <a:spcBef>
                <a:spcPts val="0"/>
              </a:spcBef>
              <a:spcAft>
                <a:spcPts val="0"/>
              </a:spcAft>
              <a:buSzPts val="2400"/>
              <a:buNone/>
              <a:defRPr sz="2400"/>
            </a:lvl2pPr>
            <a:lvl3pPr lvl="2" algn="l" rtl="0">
              <a:lnSpc>
                <a:spcPct val="100000"/>
              </a:lnSpc>
              <a:spcBef>
                <a:spcPts val="0"/>
              </a:spcBef>
              <a:spcAft>
                <a:spcPts val="0"/>
              </a:spcAft>
              <a:buSzPts val="2400"/>
              <a:buNone/>
              <a:defRPr sz="2400"/>
            </a:lvl3pPr>
            <a:lvl4pPr lvl="3" algn="l" rtl="0">
              <a:lnSpc>
                <a:spcPct val="100000"/>
              </a:lnSpc>
              <a:spcBef>
                <a:spcPts val="0"/>
              </a:spcBef>
              <a:spcAft>
                <a:spcPts val="0"/>
              </a:spcAft>
              <a:buSzPts val="2400"/>
              <a:buNone/>
              <a:defRPr sz="2400"/>
            </a:lvl4pPr>
            <a:lvl5pPr lvl="4" algn="l" rtl="0">
              <a:lnSpc>
                <a:spcPct val="100000"/>
              </a:lnSpc>
              <a:spcBef>
                <a:spcPts val="0"/>
              </a:spcBef>
              <a:spcAft>
                <a:spcPts val="0"/>
              </a:spcAft>
              <a:buSzPts val="2400"/>
              <a:buNone/>
              <a:defRPr sz="2400"/>
            </a:lvl5pPr>
            <a:lvl6pPr lvl="5" algn="l" rtl="0">
              <a:lnSpc>
                <a:spcPct val="100000"/>
              </a:lnSpc>
              <a:spcBef>
                <a:spcPts val="0"/>
              </a:spcBef>
              <a:spcAft>
                <a:spcPts val="0"/>
              </a:spcAft>
              <a:buSzPts val="2400"/>
              <a:buNone/>
              <a:defRPr sz="2400"/>
            </a:lvl6pPr>
            <a:lvl7pPr lvl="6" algn="l" rtl="0">
              <a:lnSpc>
                <a:spcPct val="100000"/>
              </a:lnSpc>
              <a:spcBef>
                <a:spcPts val="0"/>
              </a:spcBef>
              <a:spcAft>
                <a:spcPts val="0"/>
              </a:spcAft>
              <a:buSzPts val="2400"/>
              <a:buNone/>
              <a:defRPr sz="2400"/>
            </a:lvl7pPr>
            <a:lvl8pPr lvl="7" algn="l" rtl="0">
              <a:lnSpc>
                <a:spcPct val="100000"/>
              </a:lnSpc>
              <a:spcBef>
                <a:spcPts val="0"/>
              </a:spcBef>
              <a:spcAft>
                <a:spcPts val="0"/>
              </a:spcAft>
              <a:buSzPts val="2400"/>
              <a:buNone/>
              <a:defRPr sz="2400"/>
            </a:lvl8pPr>
            <a:lvl9pPr lvl="8" algn="l" rtl="0">
              <a:lnSpc>
                <a:spcPct val="100000"/>
              </a:lnSpc>
              <a:spcBef>
                <a:spcPts val="0"/>
              </a:spcBef>
              <a:spcAft>
                <a:spcPts val="0"/>
              </a:spcAft>
              <a:buSzPts val="2400"/>
              <a:buNone/>
              <a:defRPr sz="2400"/>
            </a:lvl9pPr>
          </a:lstStyle>
          <a:p>
            <a:endParaRPr/>
          </a:p>
        </p:txBody>
      </p:sp>
      <p:sp>
        <p:nvSpPr>
          <p:cNvPr id="326" name="Google Shape;326;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rtl="0">
              <a:lnSpc>
                <a:spcPct val="115000"/>
              </a:lnSpc>
              <a:spcBef>
                <a:spcPts val="0"/>
              </a:spcBef>
              <a:spcAft>
                <a:spcPts val="0"/>
              </a:spcAft>
              <a:buSzPts val="1200"/>
              <a:buChar char="●"/>
              <a:defRPr sz="12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a:endParaRPr/>
          </a:p>
        </p:txBody>
      </p:sp>
      <p:sp>
        <p:nvSpPr>
          <p:cNvPr id="327" name="Google Shape;32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8"/>
        <p:cNvGrpSpPr/>
        <p:nvPr/>
      </p:nvGrpSpPr>
      <p:grpSpPr>
        <a:xfrm>
          <a:off x="0" y="0"/>
          <a:ext cx="0" cy="0"/>
          <a:chOff x="0" y="0"/>
          <a:chExt cx="0" cy="0"/>
        </a:xfrm>
      </p:grpSpPr>
      <p:sp>
        <p:nvSpPr>
          <p:cNvPr id="329" name="Google Shape;329;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330" name="Google Shape;33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1"/>
        <p:cNvGrpSpPr/>
        <p:nvPr/>
      </p:nvGrpSpPr>
      <p:grpSpPr>
        <a:xfrm>
          <a:off x="0" y="0"/>
          <a:ext cx="0" cy="0"/>
          <a:chOff x="0" y="0"/>
          <a:chExt cx="0" cy="0"/>
        </a:xfrm>
      </p:grpSpPr>
      <p:sp>
        <p:nvSpPr>
          <p:cNvPr id="332" name="Google Shape;332;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334" name="Google Shape;334;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35" name="Google Shape;335;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a:endParaRPr/>
          </a:p>
        </p:txBody>
      </p:sp>
      <p:sp>
        <p:nvSpPr>
          <p:cNvPr id="336" name="Google Shape;336;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7"/>
        <p:cNvGrpSpPr/>
        <p:nvPr/>
      </p:nvGrpSpPr>
      <p:grpSpPr>
        <a:xfrm>
          <a:off x="0" y="0"/>
          <a:ext cx="0" cy="0"/>
          <a:chOff x="0" y="0"/>
          <a:chExt cx="0" cy="0"/>
        </a:xfrm>
      </p:grpSpPr>
      <p:sp>
        <p:nvSpPr>
          <p:cNvPr id="338" name="Google Shape;338;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rtl="0">
              <a:lnSpc>
                <a:spcPct val="100000"/>
              </a:lnSpc>
              <a:spcBef>
                <a:spcPts val="0"/>
              </a:spcBef>
              <a:spcAft>
                <a:spcPts val="0"/>
              </a:spcAft>
              <a:buSzPts val="1800"/>
              <a:buNone/>
              <a:defRPr/>
            </a:lvl1pPr>
          </a:lstStyle>
          <a:p>
            <a:endParaRPr/>
          </a:p>
        </p:txBody>
      </p:sp>
      <p:sp>
        <p:nvSpPr>
          <p:cNvPr id="339" name="Google Shape;339;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40"/>
        <p:cNvGrpSpPr/>
        <p:nvPr/>
      </p:nvGrpSpPr>
      <p:grpSpPr>
        <a:xfrm>
          <a:off x="0" y="0"/>
          <a:ext cx="0" cy="0"/>
          <a:chOff x="0" y="0"/>
          <a:chExt cx="0" cy="0"/>
        </a:xfrm>
      </p:grpSpPr>
      <p:sp>
        <p:nvSpPr>
          <p:cNvPr id="341" name="Google Shape;34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12000"/>
              <a:buNone/>
              <a:defRPr sz="12000"/>
            </a:lvl1pPr>
            <a:lvl2pPr lvl="1" algn="ctr" rtl="0">
              <a:lnSpc>
                <a:spcPct val="100000"/>
              </a:lnSpc>
              <a:spcBef>
                <a:spcPts val="0"/>
              </a:spcBef>
              <a:spcAft>
                <a:spcPts val="0"/>
              </a:spcAft>
              <a:buSzPts val="12000"/>
              <a:buNone/>
              <a:defRPr sz="12000"/>
            </a:lvl2pPr>
            <a:lvl3pPr lvl="2" algn="ctr" rtl="0">
              <a:lnSpc>
                <a:spcPct val="100000"/>
              </a:lnSpc>
              <a:spcBef>
                <a:spcPts val="0"/>
              </a:spcBef>
              <a:spcAft>
                <a:spcPts val="0"/>
              </a:spcAft>
              <a:buSzPts val="12000"/>
              <a:buNone/>
              <a:defRPr sz="12000"/>
            </a:lvl3pPr>
            <a:lvl4pPr lvl="3" algn="ctr" rtl="0">
              <a:lnSpc>
                <a:spcPct val="100000"/>
              </a:lnSpc>
              <a:spcBef>
                <a:spcPts val="0"/>
              </a:spcBef>
              <a:spcAft>
                <a:spcPts val="0"/>
              </a:spcAft>
              <a:buSzPts val="12000"/>
              <a:buNone/>
              <a:defRPr sz="12000"/>
            </a:lvl4pPr>
            <a:lvl5pPr lvl="4" algn="ctr" rtl="0">
              <a:lnSpc>
                <a:spcPct val="100000"/>
              </a:lnSpc>
              <a:spcBef>
                <a:spcPts val="0"/>
              </a:spcBef>
              <a:spcAft>
                <a:spcPts val="0"/>
              </a:spcAft>
              <a:buSzPts val="12000"/>
              <a:buNone/>
              <a:defRPr sz="12000"/>
            </a:lvl5pPr>
            <a:lvl6pPr lvl="5" algn="ctr" rtl="0">
              <a:lnSpc>
                <a:spcPct val="100000"/>
              </a:lnSpc>
              <a:spcBef>
                <a:spcPts val="0"/>
              </a:spcBef>
              <a:spcAft>
                <a:spcPts val="0"/>
              </a:spcAft>
              <a:buSzPts val="12000"/>
              <a:buNone/>
              <a:defRPr sz="12000"/>
            </a:lvl6pPr>
            <a:lvl7pPr lvl="6" algn="ctr" rtl="0">
              <a:lnSpc>
                <a:spcPct val="100000"/>
              </a:lnSpc>
              <a:spcBef>
                <a:spcPts val="0"/>
              </a:spcBef>
              <a:spcAft>
                <a:spcPts val="0"/>
              </a:spcAft>
              <a:buSzPts val="12000"/>
              <a:buNone/>
              <a:defRPr sz="12000"/>
            </a:lvl7pPr>
            <a:lvl8pPr lvl="7" algn="ctr" rtl="0">
              <a:lnSpc>
                <a:spcPct val="100000"/>
              </a:lnSpc>
              <a:spcBef>
                <a:spcPts val="0"/>
              </a:spcBef>
              <a:spcAft>
                <a:spcPts val="0"/>
              </a:spcAft>
              <a:buSzPts val="12000"/>
              <a:buNone/>
              <a:defRPr sz="12000"/>
            </a:lvl8pPr>
            <a:lvl9pPr lvl="8" algn="ctr" rtl="0">
              <a:lnSpc>
                <a:spcPct val="100000"/>
              </a:lnSpc>
              <a:spcBef>
                <a:spcPts val="0"/>
              </a:spcBef>
              <a:spcAft>
                <a:spcPts val="0"/>
              </a:spcAft>
              <a:buSzPts val="12000"/>
              <a:buNone/>
              <a:defRPr sz="12000"/>
            </a:lvl9pPr>
          </a:lstStyle>
          <a:p>
            <a:r>
              <a:t>xx%</a:t>
            </a:r>
          </a:p>
        </p:txBody>
      </p:sp>
      <p:sp>
        <p:nvSpPr>
          <p:cNvPr id="342" name="Google Shape;342;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rtl="0">
              <a:lnSpc>
                <a:spcPct val="115000"/>
              </a:lnSpc>
              <a:spcBef>
                <a:spcPts val="0"/>
              </a:spcBef>
              <a:spcAft>
                <a:spcPts val="0"/>
              </a:spcAft>
              <a:buSzPts val="1800"/>
              <a:buChar char="●"/>
              <a:defRPr/>
            </a:lvl1pPr>
            <a:lvl2pPr marL="914400" lvl="1" indent="-317500" algn="ctr" rtl="0">
              <a:lnSpc>
                <a:spcPct val="115000"/>
              </a:lnSpc>
              <a:spcBef>
                <a:spcPts val="0"/>
              </a:spcBef>
              <a:spcAft>
                <a:spcPts val="0"/>
              </a:spcAft>
              <a:buSzPts val="1400"/>
              <a:buChar char="○"/>
              <a:defRPr/>
            </a:lvl2pPr>
            <a:lvl3pPr marL="1371600" lvl="2" indent="-317500" algn="ctr" rtl="0">
              <a:lnSpc>
                <a:spcPct val="115000"/>
              </a:lnSpc>
              <a:spcBef>
                <a:spcPts val="0"/>
              </a:spcBef>
              <a:spcAft>
                <a:spcPts val="0"/>
              </a:spcAft>
              <a:buSzPts val="1400"/>
              <a:buChar char="■"/>
              <a:defRPr/>
            </a:lvl3pPr>
            <a:lvl4pPr marL="1828800" lvl="3" indent="-317500" algn="ctr" rtl="0">
              <a:lnSpc>
                <a:spcPct val="115000"/>
              </a:lnSpc>
              <a:spcBef>
                <a:spcPts val="0"/>
              </a:spcBef>
              <a:spcAft>
                <a:spcPts val="0"/>
              </a:spcAft>
              <a:buSzPts val="1400"/>
              <a:buChar char="●"/>
              <a:defRPr/>
            </a:lvl4pPr>
            <a:lvl5pPr marL="2286000" lvl="4" indent="-317500" algn="ctr" rtl="0">
              <a:lnSpc>
                <a:spcPct val="115000"/>
              </a:lnSpc>
              <a:spcBef>
                <a:spcPts val="0"/>
              </a:spcBef>
              <a:spcAft>
                <a:spcPts val="0"/>
              </a:spcAft>
              <a:buSzPts val="1400"/>
              <a:buChar char="○"/>
              <a:defRPr/>
            </a:lvl5pPr>
            <a:lvl6pPr marL="2743200" lvl="5" indent="-317500" algn="ctr" rtl="0">
              <a:lnSpc>
                <a:spcPct val="115000"/>
              </a:lnSpc>
              <a:spcBef>
                <a:spcPts val="0"/>
              </a:spcBef>
              <a:spcAft>
                <a:spcPts val="0"/>
              </a:spcAft>
              <a:buSzPts val="1400"/>
              <a:buChar char="■"/>
              <a:defRPr/>
            </a:lvl6pPr>
            <a:lvl7pPr marL="3200400" lvl="6" indent="-317500" algn="ctr" rtl="0">
              <a:lnSpc>
                <a:spcPct val="115000"/>
              </a:lnSpc>
              <a:spcBef>
                <a:spcPts val="0"/>
              </a:spcBef>
              <a:spcAft>
                <a:spcPts val="0"/>
              </a:spcAft>
              <a:buSzPts val="1400"/>
              <a:buChar char="●"/>
              <a:defRPr/>
            </a:lvl7pPr>
            <a:lvl8pPr marL="3657600" lvl="7" indent="-317500" algn="ctr" rtl="0">
              <a:lnSpc>
                <a:spcPct val="115000"/>
              </a:lnSpc>
              <a:spcBef>
                <a:spcPts val="0"/>
              </a:spcBef>
              <a:spcAft>
                <a:spcPts val="0"/>
              </a:spcAft>
              <a:buSzPts val="1400"/>
              <a:buChar char="○"/>
              <a:defRPr/>
            </a:lvl8pPr>
            <a:lvl9pPr marL="4114800" lvl="8" indent="-317500" algn="ctr" rtl="0">
              <a:lnSpc>
                <a:spcPct val="115000"/>
              </a:lnSpc>
              <a:spcBef>
                <a:spcPts val="0"/>
              </a:spcBef>
              <a:spcAft>
                <a:spcPts val="0"/>
              </a:spcAft>
              <a:buSzPts val="1400"/>
              <a:buChar char="■"/>
              <a:defRPr/>
            </a:lvl9pPr>
          </a:lstStyle>
          <a:p>
            <a:endParaRPr/>
          </a:p>
        </p:txBody>
      </p:sp>
      <p:sp>
        <p:nvSpPr>
          <p:cNvPr id="343" name="Google Shape;343;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4"/>
        <p:cNvGrpSpPr/>
        <p:nvPr/>
      </p:nvGrpSpPr>
      <p:grpSpPr>
        <a:xfrm>
          <a:off x="0" y="0"/>
          <a:ext cx="0" cy="0"/>
          <a:chOff x="0" y="0"/>
          <a:chExt cx="0" cy="0"/>
        </a:xfrm>
      </p:grpSpPr>
      <p:sp>
        <p:nvSpPr>
          <p:cNvPr id="345" name="Google Shape;345;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1"/>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lnSpc>
                <a:spcPct val="100000"/>
              </a:lnSpc>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9pPr>
          </a:lstStyle>
          <a:p>
            <a:endParaRPr/>
          </a:p>
        </p:txBody>
      </p:sp>
      <p:sp>
        <p:nvSpPr>
          <p:cNvPr id="228" name="Google Shape;228;p1"/>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marR="0" lvl="0"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rtl="0">
              <a:lnSpc>
                <a:spcPct val="100000"/>
              </a:lnSpc>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229" name="Google Shape;229;p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marR="0" lvl="0" algn="l" rtl="0">
              <a:lnSpc>
                <a:spcPct val="100000"/>
              </a:lnSpc>
              <a:spcBef>
                <a:spcPts val="0"/>
              </a:spcBef>
              <a:spcAft>
                <a:spcPts val="0"/>
              </a:spcAft>
              <a:buClr>
                <a:srgbClr val="000000"/>
              </a:buClr>
              <a:buSzPts val="700"/>
              <a:buFont typeface="Arial"/>
              <a:buNone/>
              <a:defRPr sz="6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30" name="Google Shape;230;p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marR="0" lvl="0" algn="ctr" rtl="0">
              <a:lnSpc>
                <a:spcPct val="100000"/>
              </a:lnSpc>
              <a:spcBef>
                <a:spcPts val="0"/>
              </a:spcBef>
              <a:spcAft>
                <a:spcPts val="0"/>
              </a:spcAft>
              <a:buClr>
                <a:srgbClr val="000000"/>
              </a:buClr>
              <a:buSzPts val="700"/>
              <a:buFont typeface="Arial"/>
              <a:buNone/>
              <a:defRPr sz="6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31" name="Google Shape;231;p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1"/>
        <p:cNvGrpSpPr/>
        <p:nvPr/>
      </p:nvGrpSpPr>
      <p:grpSpPr>
        <a:xfrm>
          <a:off x="0" y="0"/>
          <a:ext cx="0" cy="0"/>
          <a:chOff x="0" y="0"/>
          <a:chExt cx="0" cy="0"/>
        </a:xfrm>
      </p:grpSpPr>
      <p:sp>
        <p:nvSpPr>
          <p:cNvPr id="302" name="Google Shape;302;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303" name="Google Shape;303;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304" name="Google Shape;30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45CBF44-AA72-C96B-EB66-CB8CA979A716}"/>
              </a:ext>
            </a:extLst>
          </p:cNvPr>
          <p:cNvSpPr/>
          <p:nvPr/>
        </p:nvSpPr>
        <p:spPr>
          <a:xfrm>
            <a:off x="150018" y="128588"/>
            <a:ext cx="8765381" cy="4886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6600" b="1"/>
              <a:t>AI </a:t>
            </a:r>
          </a:p>
          <a:p>
            <a:pPr algn="ctr"/>
            <a:r>
              <a:rPr lang="en-IN" sz="6600" b="1"/>
              <a:t>PHISHING </a:t>
            </a:r>
            <a:r>
              <a:rPr lang="en-IN" sz="6600" b="1" dirty="0"/>
              <a:t>BLOCKERS</a:t>
            </a:r>
          </a:p>
        </p:txBody>
      </p:sp>
    </p:spTree>
    <p:extLst>
      <p:ext uri="{BB962C8B-B14F-4D97-AF65-F5344CB8AC3E}">
        <p14:creationId xmlns:p14="http://schemas.microsoft.com/office/powerpoint/2010/main" val="3812254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14972"/>
        </a:solidFill>
        <a:effectLst/>
      </p:bgPr>
    </p:bg>
    <p:spTree>
      <p:nvGrpSpPr>
        <p:cNvPr id="1" name="Shape 368"/>
        <p:cNvGrpSpPr/>
        <p:nvPr/>
      </p:nvGrpSpPr>
      <p:grpSpPr>
        <a:xfrm>
          <a:off x="0" y="0"/>
          <a:ext cx="0" cy="0"/>
          <a:chOff x="0" y="0"/>
          <a:chExt cx="0" cy="0"/>
        </a:xfrm>
      </p:grpSpPr>
      <p:sp>
        <p:nvSpPr>
          <p:cNvPr id="369" name="Google Shape;369;p26"/>
          <p:cNvSpPr/>
          <p:nvPr/>
        </p:nvSpPr>
        <p:spPr>
          <a:xfrm>
            <a:off x="-9525" y="0"/>
            <a:ext cx="9144000" cy="69437"/>
          </a:xfrm>
          <a:custGeom>
            <a:avLst/>
            <a:gdLst/>
            <a:ahLst/>
            <a:cxnLst/>
            <a:rect l="l" t="t" r="r" b="b"/>
            <a:pathLst>
              <a:path w="24384000" h="185166" extrusionOk="0">
                <a:moveTo>
                  <a:pt x="0" y="0"/>
                </a:moveTo>
                <a:lnTo>
                  <a:pt x="24384000" y="0"/>
                </a:lnTo>
                <a:lnTo>
                  <a:pt x="24384000" y="185166"/>
                </a:lnTo>
                <a:lnTo>
                  <a:pt x="0" y="185166"/>
                </a:lnTo>
                <a:close/>
              </a:path>
            </a:pathLst>
          </a:custGeom>
          <a:solidFill>
            <a:srgbClr val="FF4A31"/>
          </a:solidFill>
          <a:ln>
            <a:noFill/>
          </a:ln>
        </p:spPr>
      </p:sp>
      <p:sp>
        <p:nvSpPr>
          <p:cNvPr id="370" name="Google Shape;370;p26"/>
          <p:cNvSpPr/>
          <p:nvPr/>
        </p:nvSpPr>
        <p:spPr>
          <a:xfrm>
            <a:off x="-1" y="3398642"/>
            <a:ext cx="81010" cy="1764030"/>
          </a:xfrm>
          <a:custGeom>
            <a:avLst/>
            <a:gdLst/>
            <a:ahLst/>
            <a:cxnLst/>
            <a:rect l="l" t="t" r="r" b="b"/>
            <a:pathLst>
              <a:path w="216027" h="4704080" extrusionOk="0">
                <a:moveTo>
                  <a:pt x="0" y="0"/>
                </a:moveTo>
                <a:lnTo>
                  <a:pt x="216027" y="0"/>
                </a:lnTo>
                <a:lnTo>
                  <a:pt x="216027" y="4704080"/>
                </a:lnTo>
                <a:lnTo>
                  <a:pt x="0" y="4704080"/>
                </a:lnTo>
                <a:close/>
              </a:path>
            </a:pathLst>
          </a:custGeom>
          <a:solidFill>
            <a:srgbClr val="D62968"/>
          </a:solidFill>
          <a:ln>
            <a:noFill/>
          </a:ln>
        </p:spPr>
      </p:sp>
      <p:sp>
        <p:nvSpPr>
          <p:cNvPr id="371" name="Google Shape;371;p26"/>
          <p:cNvSpPr txBox="1"/>
          <p:nvPr/>
        </p:nvSpPr>
        <p:spPr>
          <a:xfrm>
            <a:off x="514350" y="2433638"/>
            <a:ext cx="7014600" cy="323100"/>
          </a:xfrm>
          <a:prstGeom prst="rect">
            <a:avLst/>
          </a:prstGeom>
          <a:noFill/>
          <a:ln>
            <a:noFill/>
          </a:ln>
        </p:spPr>
        <p:txBody>
          <a:bodyPr spcFirstLastPara="1" wrap="square" lIns="0" tIns="0" rIns="0" bIns="0" anchor="t" anchorCtr="0">
            <a:spAutoFit/>
          </a:bodyPr>
          <a:lstStyle/>
          <a:p>
            <a:pPr marL="0" marR="0" lvl="0" indent="0" algn="l" rtl="0">
              <a:lnSpc>
                <a:spcPct val="171994"/>
              </a:lnSpc>
              <a:spcBef>
                <a:spcPts val="0"/>
              </a:spcBef>
              <a:spcAft>
                <a:spcPts val="0"/>
              </a:spcAft>
              <a:buClr>
                <a:srgbClr val="000000"/>
              </a:buClr>
              <a:buSzPts val="2100"/>
              <a:buFont typeface="Arial"/>
              <a:buNone/>
            </a:pPr>
            <a:endParaRPr sz="2100" b="1" i="0" u="none" strike="noStrike" cap="none">
              <a:solidFill>
                <a:srgbClr val="F8F8FF"/>
              </a:solidFill>
              <a:latin typeface="Avenir"/>
              <a:ea typeface="Avenir"/>
              <a:cs typeface="Avenir"/>
              <a:sym typeface="Avenir"/>
            </a:endParaRPr>
          </a:p>
        </p:txBody>
      </p:sp>
      <p:sp>
        <p:nvSpPr>
          <p:cNvPr id="372" name="Google Shape;372;p26"/>
          <p:cNvSpPr txBox="1"/>
          <p:nvPr/>
        </p:nvSpPr>
        <p:spPr>
          <a:xfrm>
            <a:off x="514350" y="770900"/>
            <a:ext cx="8430300" cy="36486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chemeClr val="dk1"/>
              </a:buClr>
              <a:buSzPts val="1100"/>
              <a:buFont typeface="Arial"/>
              <a:buNone/>
            </a:pPr>
            <a:r>
              <a:rPr lang="en-US" sz="3300" b="0" i="0" u="none" strike="noStrike" cap="none" dirty="0">
                <a:solidFill>
                  <a:schemeClr val="lt1"/>
                </a:solidFill>
                <a:latin typeface="Arial"/>
                <a:ea typeface="Arial"/>
                <a:cs typeface="Arial"/>
                <a:sym typeface="Arial"/>
              </a:rPr>
              <a:t>Team Details</a:t>
            </a:r>
            <a:endParaRPr sz="3300" b="0" i="0" u="none" strike="noStrike" cap="none" dirty="0">
              <a:solidFill>
                <a:schemeClr val="lt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n-US" sz="3300" b="0" i="0" u="none" strike="noStrike" cap="none" dirty="0">
                <a:solidFill>
                  <a:schemeClr val="lt1"/>
                </a:solidFill>
                <a:latin typeface="Arial"/>
                <a:ea typeface="Arial"/>
                <a:cs typeface="Arial"/>
                <a:sym typeface="Arial"/>
              </a:rPr>
              <a:t>Team name: WHITE HATS</a:t>
            </a:r>
            <a:endParaRPr sz="3300" b="1" i="0" u="none" strike="noStrike" cap="none" dirty="0">
              <a:solidFill>
                <a:schemeClr val="lt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n-US" sz="3300" b="0" i="0" u="none" strike="noStrike" cap="none" dirty="0">
                <a:solidFill>
                  <a:schemeClr val="lt1"/>
                </a:solidFill>
                <a:latin typeface="Arial"/>
                <a:ea typeface="Arial"/>
                <a:cs typeface="Arial"/>
                <a:sym typeface="Arial"/>
              </a:rPr>
              <a:t>Members: </a:t>
            </a:r>
          </a:p>
          <a:p>
            <a:pPr marL="0" marR="0" lvl="0" indent="0" algn="just" rtl="0">
              <a:lnSpc>
                <a:spcPct val="100000"/>
              </a:lnSpc>
              <a:spcBef>
                <a:spcPts val="0"/>
              </a:spcBef>
              <a:spcAft>
                <a:spcPts val="0"/>
              </a:spcAft>
              <a:buClr>
                <a:schemeClr val="dk1"/>
              </a:buClr>
              <a:buSzPts val="1100"/>
              <a:buFont typeface="Arial"/>
              <a:buNone/>
            </a:pPr>
            <a:r>
              <a:rPr lang="en-US" sz="3300" b="0" i="0" u="none" strike="noStrike" cap="none" dirty="0">
                <a:solidFill>
                  <a:schemeClr val="lt1"/>
                </a:solidFill>
                <a:latin typeface="Arial"/>
                <a:ea typeface="Arial"/>
                <a:cs typeface="Arial"/>
                <a:sym typeface="Arial"/>
              </a:rPr>
              <a:t>Madhanprasath D</a:t>
            </a:r>
            <a:endParaRPr sz="3300" b="0" i="0" u="none" strike="noStrike" cap="none" dirty="0">
              <a:solidFill>
                <a:schemeClr val="lt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n-US" sz="3300" b="0" i="0" u="none" strike="noStrike" cap="none" dirty="0">
                <a:solidFill>
                  <a:schemeClr val="lt1"/>
                </a:solidFill>
                <a:latin typeface="Arial"/>
                <a:ea typeface="Arial"/>
                <a:cs typeface="Arial"/>
                <a:sym typeface="Arial"/>
              </a:rPr>
              <a:t>Chandrakant K S</a:t>
            </a:r>
            <a:endParaRPr sz="3300" b="0" i="0" u="none" strike="noStrike" cap="none" dirty="0">
              <a:solidFill>
                <a:schemeClr val="lt1"/>
              </a:solidFill>
              <a:latin typeface="Arial"/>
              <a:ea typeface="Arial"/>
              <a:cs typeface="Arial"/>
              <a:sym typeface="Arial"/>
            </a:endParaRPr>
          </a:p>
          <a:p>
            <a:pPr marL="0" marR="0" lvl="0" indent="0" rtl="0">
              <a:lnSpc>
                <a:spcPct val="100000"/>
              </a:lnSpc>
              <a:spcBef>
                <a:spcPts val="0"/>
              </a:spcBef>
              <a:spcAft>
                <a:spcPts val="0"/>
              </a:spcAft>
              <a:buClr>
                <a:schemeClr val="dk1"/>
              </a:buClr>
              <a:buSzPts val="1100"/>
              <a:buFont typeface="Arial"/>
              <a:buNone/>
            </a:pPr>
            <a:r>
              <a:rPr lang="en-US" sz="3300" b="0" i="0" u="none" strike="noStrike" cap="none" dirty="0">
                <a:solidFill>
                  <a:schemeClr val="lt1"/>
                </a:solidFill>
                <a:latin typeface="Arial"/>
                <a:ea typeface="Arial"/>
                <a:cs typeface="Arial"/>
                <a:sym typeface="Arial"/>
              </a:rPr>
              <a:t>Ranjani P</a:t>
            </a:r>
            <a:endParaRPr sz="3300" b="0" i="0" u="none" strike="noStrike" cap="none" dirty="0">
              <a:solidFill>
                <a:schemeClr val="lt1"/>
              </a:solidFill>
              <a:latin typeface="Arial"/>
              <a:ea typeface="Arial"/>
              <a:cs typeface="Arial"/>
              <a:sym typeface="Arial"/>
            </a:endParaRPr>
          </a:p>
          <a:p>
            <a:pPr marL="0" marR="0" lvl="0" indent="0" rtl="0">
              <a:lnSpc>
                <a:spcPct val="100000"/>
              </a:lnSpc>
              <a:spcBef>
                <a:spcPts val="0"/>
              </a:spcBef>
              <a:spcAft>
                <a:spcPts val="0"/>
              </a:spcAft>
              <a:buClr>
                <a:schemeClr val="dk1"/>
              </a:buClr>
              <a:buSzPts val="1100"/>
              <a:buFont typeface="Arial"/>
              <a:buNone/>
            </a:pPr>
            <a:r>
              <a:rPr lang="en-US" sz="3300" b="0" i="0" u="none" strike="noStrike" cap="none" dirty="0" err="1">
                <a:solidFill>
                  <a:schemeClr val="lt1"/>
                </a:solidFill>
                <a:latin typeface="Arial"/>
                <a:ea typeface="Arial"/>
                <a:cs typeface="Arial"/>
                <a:sym typeface="Arial"/>
              </a:rPr>
              <a:t>Madhushree</a:t>
            </a:r>
            <a:r>
              <a:rPr lang="en-US" sz="3300" b="0" i="0" u="none" strike="noStrike" cap="none" dirty="0">
                <a:solidFill>
                  <a:schemeClr val="lt1"/>
                </a:solidFill>
                <a:latin typeface="Arial"/>
                <a:ea typeface="Arial"/>
                <a:cs typeface="Arial"/>
                <a:sym typeface="Arial"/>
              </a:rPr>
              <a:t> S </a:t>
            </a:r>
            <a:endParaRPr sz="2300" b="0" i="0" u="none" strike="noStrike" cap="none" dirty="0">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14972"/>
        </a:solidFill>
        <a:effectLst/>
      </p:bgPr>
    </p:bg>
    <p:spTree>
      <p:nvGrpSpPr>
        <p:cNvPr id="1" name="Shape 380"/>
        <p:cNvGrpSpPr/>
        <p:nvPr/>
      </p:nvGrpSpPr>
      <p:grpSpPr>
        <a:xfrm>
          <a:off x="0" y="0"/>
          <a:ext cx="0" cy="0"/>
          <a:chOff x="0" y="0"/>
          <a:chExt cx="0" cy="0"/>
        </a:xfrm>
      </p:grpSpPr>
      <p:sp>
        <p:nvSpPr>
          <p:cNvPr id="381" name="Google Shape;381;p27"/>
          <p:cNvSpPr/>
          <p:nvPr/>
        </p:nvSpPr>
        <p:spPr>
          <a:xfrm>
            <a:off x="-9525" y="0"/>
            <a:ext cx="9144000" cy="69437"/>
          </a:xfrm>
          <a:custGeom>
            <a:avLst/>
            <a:gdLst/>
            <a:ahLst/>
            <a:cxnLst/>
            <a:rect l="l" t="t" r="r" b="b"/>
            <a:pathLst>
              <a:path w="24384000" h="185166" extrusionOk="0">
                <a:moveTo>
                  <a:pt x="0" y="0"/>
                </a:moveTo>
                <a:lnTo>
                  <a:pt x="24384000" y="0"/>
                </a:lnTo>
                <a:lnTo>
                  <a:pt x="24384000" y="185166"/>
                </a:lnTo>
                <a:lnTo>
                  <a:pt x="0" y="185166"/>
                </a:lnTo>
                <a:close/>
              </a:path>
            </a:pathLst>
          </a:custGeom>
          <a:solidFill>
            <a:srgbClr val="FF4A31"/>
          </a:solidFill>
          <a:ln>
            <a:noFill/>
          </a:ln>
        </p:spPr>
      </p:sp>
      <p:sp>
        <p:nvSpPr>
          <p:cNvPr id="382" name="Google Shape;382;p27"/>
          <p:cNvSpPr/>
          <p:nvPr/>
        </p:nvSpPr>
        <p:spPr>
          <a:xfrm>
            <a:off x="-1" y="3398642"/>
            <a:ext cx="81010" cy="1764030"/>
          </a:xfrm>
          <a:custGeom>
            <a:avLst/>
            <a:gdLst/>
            <a:ahLst/>
            <a:cxnLst/>
            <a:rect l="l" t="t" r="r" b="b"/>
            <a:pathLst>
              <a:path w="216027" h="4704080" extrusionOk="0">
                <a:moveTo>
                  <a:pt x="0" y="0"/>
                </a:moveTo>
                <a:lnTo>
                  <a:pt x="216027" y="0"/>
                </a:lnTo>
                <a:lnTo>
                  <a:pt x="216027" y="4704080"/>
                </a:lnTo>
                <a:lnTo>
                  <a:pt x="0" y="4704080"/>
                </a:lnTo>
                <a:close/>
              </a:path>
            </a:pathLst>
          </a:custGeom>
          <a:solidFill>
            <a:srgbClr val="D62968"/>
          </a:solidFill>
          <a:ln>
            <a:noFill/>
          </a:ln>
        </p:spPr>
      </p:sp>
      <p:sp>
        <p:nvSpPr>
          <p:cNvPr id="383" name="Google Shape;383;p27"/>
          <p:cNvSpPr txBox="1"/>
          <p:nvPr/>
        </p:nvSpPr>
        <p:spPr>
          <a:xfrm>
            <a:off x="500804" y="168059"/>
            <a:ext cx="8014500" cy="507900"/>
          </a:xfrm>
          <a:prstGeom prst="rect">
            <a:avLst/>
          </a:prstGeom>
          <a:noFill/>
          <a:ln>
            <a:noFill/>
          </a:ln>
        </p:spPr>
        <p:txBody>
          <a:bodyPr spcFirstLastPara="1" wrap="square" lIns="0" tIns="0" rIns="0" bIns="0" anchor="t" anchorCtr="0">
            <a:spAutoFit/>
          </a:bodyPr>
          <a:lstStyle/>
          <a:p>
            <a:pPr marL="0" marR="0" lvl="0" indent="0" algn="just" rtl="0">
              <a:lnSpc>
                <a:spcPct val="172022"/>
              </a:lnSpc>
              <a:spcBef>
                <a:spcPts val="0"/>
              </a:spcBef>
              <a:spcAft>
                <a:spcPts val="0"/>
              </a:spcAft>
              <a:buClr>
                <a:srgbClr val="000000"/>
              </a:buClr>
              <a:buSzPts val="3300"/>
              <a:buFont typeface="Arial"/>
              <a:buNone/>
            </a:pPr>
            <a:r>
              <a:rPr lang="en-US" sz="3300" b="1" i="0" u="none" strike="noStrike" cap="none">
                <a:solidFill>
                  <a:srgbClr val="F8F8FF"/>
                </a:solidFill>
                <a:latin typeface="Arial"/>
                <a:ea typeface="Arial"/>
                <a:cs typeface="Arial"/>
                <a:sym typeface="Arial"/>
              </a:rPr>
              <a:t>Problem Statement</a:t>
            </a:r>
            <a:endParaRPr sz="3500" b="1" i="0" u="none" strike="noStrike" cap="none">
              <a:solidFill>
                <a:srgbClr val="F8F8FF"/>
              </a:solidFill>
              <a:latin typeface="Arial"/>
              <a:ea typeface="Arial"/>
              <a:cs typeface="Arial"/>
              <a:sym typeface="Arial"/>
            </a:endParaRPr>
          </a:p>
        </p:txBody>
      </p:sp>
      <p:sp>
        <p:nvSpPr>
          <p:cNvPr id="384" name="Google Shape;384;p27"/>
          <p:cNvSpPr txBox="1"/>
          <p:nvPr/>
        </p:nvSpPr>
        <p:spPr>
          <a:xfrm>
            <a:off x="325214" y="3028754"/>
            <a:ext cx="8115300" cy="107700"/>
          </a:xfrm>
          <a:prstGeom prst="rect">
            <a:avLst/>
          </a:prstGeom>
          <a:noFill/>
          <a:ln>
            <a:noFill/>
          </a:ln>
        </p:spPr>
        <p:txBody>
          <a:bodyPr spcFirstLastPara="1" wrap="square" lIns="0" tIns="0" rIns="0" bIns="0" anchor="t" anchorCtr="0">
            <a:spAutoFit/>
          </a:bodyPr>
          <a:lstStyle/>
          <a:p>
            <a:pPr marL="914400" marR="0" lvl="0" indent="0" algn="l" rtl="0">
              <a:lnSpc>
                <a:spcPct val="14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385" name="Google Shape;385;p27"/>
          <p:cNvSpPr txBox="1"/>
          <p:nvPr/>
        </p:nvSpPr>
        <p:spPr>
          <a:xfrm>
            <a:off x="450405" y="1082067"/>
            <a:ext cx="8115300" cy="3893400"/>
          </a:xfrm>
          <a:prstGeom prst="rect">
            <a:avLst/>
          </a:prstGeom>
          <a:noFill/>
          <a:ln>
            <a:noFill/>
          </a:ln>
        </p:spPr>
        <p:txBody>
          <a:bodyPr spcFirstLastPara="1" wrap="square" lIns="91425" tIns="45700" rIns="91425" bIns="45700" anchor="t" anchorCtr="0">
            <a:spAutoFit/>
          </a:bodyPr>
          <a:lstStyle/>
          <a:p>
            <a:pPr marL="374650" marR="0" lvl="0" indent="-285750" algn="just" rtl="0">
              <a:lnSpc>
                <a:spcPct val="100000"/>
              </a:lnSpc>
              <a:spcBef>
                <a:spcPts val="0"/>
              </a:spcBef>
              <a:spcAft>
                <a:spcPts val="0"/>
              </a:spcAft>
              <a:buClr>
                <a:schemeClr val="lt1"/>
              </a:buClr>
              <a:buSzPts val="1400"/>
              <a:buFont typeface="Noto Sans Symbols"/>
              <a:buChar char="⮚"/>
            </a:pPr>
            <a:r>
              <a:rPr lang="en-US" sz="1300" b="0" i="0" u="none" strike="noStrike" cap="none">
                <a:solidFill>
                  <a:srgbClr val="D1D5DB"/>
                </a:solidFill>
                <a:latin typeface="Arial Narrow"/>
                <a:ea typeface="Arial Narrow"/>
                <a:cs typeface="Arial Narrow"/>
                <a:sym typeface="Arial Narrow"/>
              </a:rPr>
              <a:t>Phishing attacks have advanced to previously unheard-of levels of sophistication, focusing on weaknesses in both people and businesses. Cybercriminals utilize deceptive strategies to push users into revealing personal information, banking credentials, and other sensitive data, which can result in financial loss, identity theft, and violations of privacy. Email filters and blacklists, which are common phishing detection tools, are ineffective against these constantly developing techniques.</a:t>
            </a:r>
            <a:endParaRPr/>
          </a:p>
          <a:p>
            <a:pPr marL="374650" marR="0" lvl="0" indent="-196850" algn="just" rtl="0">
              <a:lnSpc>
                <a:spcPct val="100000"/>
              </a:lnSpc>
              <a:spcBef>
                <a:spcPts val="0"/>
              </a:spcBef>
              <a:spcAft>
                <a:spcPts val="0"/>
              </a:spcAft>
              <a:buClr>
                <a:schemeClr val="lt1"/>
              </a:buClr>
              <a:buSzPts val="1400"/>
              <a:buFont typeface="Noto Sans Symbols"/>
              <a:buNone/>
            </a:pPr>
            <a:endParaRPr sz="1300" b="0" i="0" u="none" strike="noStrike" cap="none">
              <a:solidFill>
                <a:srgbClr val="D1D5DB"/>
              </a:solidFill>
              <a:latin typeface="Arial Narrow"/>
              <a:ea typeface="Arial Narrow"/>
              <a:cs typeface="Arial Narrow"/>
              <a:sym typeface="Arial Narrow"/>
            </a:endParaRPr>
          </a:p>
          <a:p>
            <a:pPr marL="374650" marR="0" lvl="0" indent="-285750" algn="just" rtl="0">
              <a:lnSpc>
                <a:spcPct val="100000"/>
              </a:lnSpc>
              <a:spcBef>
                <a:spcPts val="0"/>
              </a:spcBef>
              <a:spcAft>
                <a:spcPts val="0"/>
              </a:spcAft>
              <a:buClr>
                <a:schemeClr val="lt1"/>
              </a:buClr>
              <a:buSzPts val="1400"/>
              <a:buFont typeface="Noto Sans Symbols"/>
              <a:buChar char="⮚"/>
            </a:pPr>
            <a:r>
              <a:rPr lang="en-US" sz="1300" b="0" i="0" u="none" strike="noStrike" cap="none">
                <a:solidFill>
                  <a:srgbClr val="D1D5DB"/>
                </a:solidFill>
                <a:latin typeface="Arial Narrow"/>
                <a:ea typeface="Arial Narrow"/>
                <a:cs typeface="Arial Narrow"/>
                <a:sym typeface="Arial Narrow"/>
              </a:rPr>
              <a:t>Additionally, phishing attempts have expanded beyond emails to include a variety of other communication methods, including text messages, phone calls, and social media websites. A complex and flexible solution is required since the enlarged landscape makes it difficult to thoroughly identify and stop phishing attempts.</a:t>
            </a:r>
            <a:endParaRPr/>
          </a:p>
          <a:p>
            <a:pPr marL="374650" marR="0" lvl="0" indent="-196850" algn="just" rtl="0">
              <a:lnSpc>
                <a:spcPct val="100000"/>
              </a:lnSpc>
              <a:spcBef>
                <a:spcPts val="0"/>
              </a:spcBef>
              <a:spcAft>
                <a:spcPts val="0"/>
              </a:spcAft>
              <a:buClr>
                <a:schemeClr val="lt1"/>
              </a:buClr>
              <a:buSzPts val="1400"/>
              <a:buFont typeface="Noto Sans Symbols"/>
              <a:buNone/>
            </a:pPr>
            <a:endParaRPr sz="1300" b="0" i="0" u="none" strike="noStrike" cap="none">
              <a:solidFill>
                <a:srgbClr val="D1D5DB"/>
              </a:solidFill>
              <a:latin typeface="Arial Narrow"/>
              <a:ea typeface="Arial Narrow"/>
              <a:cs typeface="Arial Narrow"/>
              <a:sym typeface="Arial Narrow"/>
            </a:endParaRPr>
          </a:p>
          <a:p>
            <a:pPr marL="374650" marR="0" lvl="0" indent="-285750" algn="just" rtl="0">
              <a:lnSpc>
                <a:spcPct val="100000"/>
              </a:lnSpc>
              <a:spcBef>
                <a:spcPts val="0"/>
              </a:spcBef>
              <a:spcAft>
                <a:spcPts val="0"/>
              </a:spcAft>
              <a:buClr>
                <a:schemeClr val="lt1"/>
              </a:buClr>
              <a:buSzPts val="1400"/>
              <a:buFont typeface="Noto Sans Symbols"/>
              <a:buChar char="⮚"/>
            </a:pPr>
            <a:r>
              <a:rPr lang="en-US" sz="1300" b="0" i="0" u="none" strike="noStrike" cap="none">
                <a:solidFill>
                  <a:srgbClr val="D1D5DB"/>
                </a:solidFill>
                <a:latin typeface="Arial Narrow"/>
                <a:ea typeface="Arial Narrow"/>
                <a:cs typeface="Arial Narrow"/>
                <a:sym typeface="Arial Narrow"/>
              </a:rPr>
              <a:t>Our goal is to create a phishing blocker powered by AI that can detect phishing attacks across many channels in real-time. This system intends to precisely identify and stop phishing attempts across numerous communication channels by leveraging the capabilities of artificial intelligence, Generative Adversarial Network, machine learning, natural language processing, and pattern recognition. We want to significantly decrease the success rates of phishing attacks and strengthen the security posture of people as well as businesses through proactive detection and prevention.</a:t>
            </a:r>
            <a:endParaRPr/>
          </a:p>
          <a:p>
            <a:pPr marL="374650" marR="0" lvl="0" indent="-196850" algn="just" rtl="0">
              <a:lnSpc>
                <a:spcPct val="100000"/>
              </a:lnSpc>
              <a:spcBef>
                <a:spcPts val="0"/>
              </a:spcBef>
              <a:spcAft>
                <a:spcPts val="0"/>
              </a:spcAft>
              <a:buClr>
                <a:schemeClr val="lt1"/>
              </a:buClr>
              <a:buSzPts val="1400"/>
              <a:buFont typeface="Noto Sans Symbols"/>
              <a:buNone/>
            </a:pPr>
            <a:endParaRPr sz="1300" b="0" i="0" u="none" strike="noStrike" cap="none">
              <a:solidFill>
                <a:srgbClr val="D1D5DB"/>
              </a:solidFill>
              <a:latin typeface="Arial Narrow"/>
              <a:ea typeface="Arial Narrow"/>
              <a:cs typeface="Arial Narrow"/>
              <a:sym typeface="Arial Narrow"/>
            </a:endParaRPr>
          </a:p>
          <a:p>
            <a:pPr marL="374650" marR="0" lvl="0" indent="-285750" algn="just" rtl="0">
              <a:lnSpc>
                <a:spcPct val="100000"/>
              </a:lnSpc>
              <a:spcBef>
                <a:spcPts val="0"/>
              </a:spcBef>
              <a:spcAft>
                <a:spcPts val="0"/>
              </a:spcAft>
              <a:buClr>
                <a:schemeClr val="lt1"/>
              </a:buClr>
              <a:buSzPts val="1400"/>
              <a:buFont typeface="Noto Sans Symbols"/>
              <a:buChar char="⮚"/>
            </a:pPr>
            <a:r>
              <a:rPr lang="en-US" sz="1300" b="0" i="0" u="none" strike="noStrike" cap="none">
                <a:solidFill>
                  <a:srgbClr val="D1D5DB"/>
                </a:solidFill>
                <a:latin typeface="Arial Narrow"/>
                <a:ea typeface="Arial Narrow"/>
                <a:cs typeface="Arial Narrow"/>
                <a:sym typeface="Arial Narrow"/>
              </a:rPr>
              <a:t>The goal of this project is to create a reliable defense against the changing phishing threat landscape, helping to create a secure digital environment, ensuring a safer online experience and reducing the risk of falling victim to cybercriminals.</a:t>
            </a:r>
            <a:endParaRPr/>
          </a:p>
          <a:p>
            <a:pPr marL="374650" marR="0" lvl="0" indent="-196850" algn="just" rtl="0">
              <a:lnSpc>
                <a:spcPct val="100000"/>
              </a:lnSpc>
              <a:spcBef>
                <a:spcPts val="0"/>
              </a:spcBef>
              <a:spcAft>
                <a:spcPts val="0"/>
              </a:spcAft>
              <a:buClr>
                <a:schemeClr val="lt1"/>
              </a:buClr>
              <a:buSzPts val="1400"/>
              <a:buFont typeface="Noto Sans Symbols"/>
              <a:buNone/>
            </a:pPr>
            <a:endParaRPr sz="1300" b="0" i="0" u="none" strike="noStrike" cap="none">
              <a:solidFill>
                <a:srgbClr val="D1D5DB"/>
              </a:solidFill>
              <a:latin typeface="Arial Narrow"/>
              <a:ea typeface="Arial Narrow"/>
              <a:cs typeface="Arial Narrow"/>
              <a:sym typeface="Arial Narrow"/>
            </a:endParaRPr>
          </a:p>
          <a:p>
            <a:pPr marL="374650" marR="0" lvl="0" indent="-196850" algn="just" rtl="0">
              <a:lnSpc>
                <a:spcPct val="100000"/>
              </a:lnSpc>
              <a:spcBef>
                <a:spcPts val="0"/>
              </a:spcBef>
              <a:spcAft>
                <a:spcPts val="0"/>
              </a:spcAft>
              <a:buClr>
                <a:schemeClr val="lt1"/>
              </a:buClr>
              <a:buSzPts val="1400"/>
              <a:buFont typeface="Noto Sans Symbols"/>
              <a:buNone/>
            </a:pPr>
            <a:endParaRPr sz="1300" b="0" i="0" u="none" strike="noStrike" cap="none">
              <a:solidFill>
                <a:srgbClr val="D1D5DB"/>
              </a:solidFill>
              <a:latin typeface="Arial Narrow"/>
              <a:ea typeface="Arial Narrow"/>
              <a:cs typeface="Arial Narrow"/>
              <a:sym typeface="Arial Narro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14972"/>
        </a:solidFill>
        <a:effectLst/>
      </p:bgPr>
    </p:bg>
    <p:spTree>
      <p:nvGrpSpPr>
        <p:cNvPr id="1" name="Shape 393"/>
        <p:cNvGrpSpPr/>
        <p:nvPr/>
      </p:nvGrpSpPr>
      <p:grpSpPr>
        <a:xfrm>
          <a:off x="0" y="0"/>
          <a:ext cx="0" cy="0"/>
          <a:chOff x="0" y="0"/>
          <a:chExt cx="0" cy="0"/>
        </a:xfrm>
      </p:grpSpPr>
      <p:sp>
        <p:nvSpPr>
          <p:cNvPr id="394" name="Google Shape;394;p28"/>
          <p:cNvSpPr/>
          <p:nvPr/>
        </p:nvSpPr>
        <p:spPr>
          <a:xfrm>
            <a:off x="-9525" y="0"/>
            <a:ext cx="9144000" cy="69437"/>
          </a:xfrm>
          <a:custGeom>
            <a:avLst/>
            <a:gdLst/>
            <a:ahLst/>
            <a:cxnLst/>
            <a:rect l="l" t="t" r="r" b="b"/>
            <a:pathLst>
              <a:path w="24384000" h="185166" extrusionOk="0">
                <a:moveTo>
                  <a:pt x="0" y="0"/>
                </a:moveTo>
                <a:lnTo>
                  <a:pt x="24384000" y="0"/>
                </a:lnTo>
                <a:lnTo>
                  <a:pt x="24384000" y="185166"/>
                </a:lnTo>
                <a:lnTo>
                  <a:pt x="0" y="185166"/>
                </a:lnTo>
                <a:close/>
              </a:path>
            </a:pathLst>
          </a:custGeom>
          <a:solidFill>
            <a:srgbClr val="FF4A31"/>
          </a:solidFill>
          <a:ln>
            <a:noFill/>
          </a:ln>
        </p:spPr>
      </p:sp>
      <p:sp>
        <p:nvSpPr>
          <p:cNvPr id="395" name="Google Shape;395;p28"/>
          <p:cNvSpPr/>
          <p:nvPr/>
        </p:nvSpPr>
        <p:spPr>
          <a:xfrm>
            <a:off x="-1" y="3398642"/>
            <a:ext cx="81010" cy="1764030"/>
          </a:xfrm>
          <a:custGeom>
            <a:avLst/>
            <a:gdLst/>
            <a:ahLst/>
            <a:cxnLst/>
            <a:rect l="l" t="t" r="r" b="b"/>
            <a:pathLst>
              <a:path w="216027" h="4704080" extrusionOk="0">
                <a:moveTo>
                  <a:pt x="0" y="0"/>
                </a:moveTo>
                <a:lnTo>
                  <a:pt x="216027" y="0"/>
                </a:lnTo>
                <a:lnTo>
                  <a:pt x="216027" y="4704080"/>
                </a:lnTo>
                <a:lnTo>
                  <a:pt x="0" y="4704080"/>
                </a:lnTo>
                <a:close/>
              </a:path>
            </a:pathLst>
          </a:custGeom>
          <a:solidFill>
            <a:srgbClr val="D62968"/>
          </a:solidFill>
          <a:ln>
            <a:noFill/>
          </a:ln>
        </p:spPr>
      </p:sp>
      <p:sp>
        <p:nvSpPr>
          <p:cNvPr id="396" name="Google Shape;396;p28"/>
          <p:cNvSpPr txBox="1"/>
          <p:nvPr/>
        </p:nvSpPr>
        <p:spPr>
          <a:xfrm>
            <a:off x="520450" y="98792"/>
            <a:ext cx="7994700" cy="507900"/>
          </a:xfrm>
          <a:prstGeom prst="rect">
            <a:avLst/>
          </a:prstGeom>
          <a:noFill/>
          <a:ln>
            <a:noFill/>
          </a:ln>
        </p:spPr>
        <p:txBody>
          <a:bodyPr spcFirstLastPara="1" wrap="square" lIns="0" tIns="0" rIns="0" bIns="0" anchor="t" anchorCtr="0">
            <a:spAutoFit/>
          </a:bodyPr>
          <a:lstStyle/>
          <a:p>
            <a:pPr marL="0" marR="0" lvl="0" indent="0" algn="l" rtl="0">
              <a:lnSpc>
                <a:spcPct val="172022"/>
              </a:lnSpc>
              <a:spcBef>
                <a:spcPts val="0"/>
              </a:spcBef>
              <a:spcAft>
                <a:spcPts val="0"/>
              </a:spcAft>
              <a:buClr>
                <a:srgbClr val="000000"/>
              </a:buClr>
              <a:buSzPts val="3300"/>
              <a:buFont typeface="Arial"/>
              <a:buNone/>
            </a:pPr>
            <a:r>
              <a:rPr lang="en-US" sz="3300" b="1" i="0" u="none" strike="noStrike" cap="none">
                <a:solidFill>
                  <a:schemeClr val="lt1"/>
                </a:solidFill>
                <a:latin typeface="Arial"/>
                <a:ea typeface="Arial"/>
                <a:cs typeface="Arial"/>
                <a:sym typeface="Arial"/>
              </a:rPr>
              <a:t>Approach</a:t>
            </a:r>
            <a:endParaRPr sz="3300" b="1" i="0" u="none" strike="noStrike" cap="none">
              <a:solidFill>
                <a:schemeClr val="lt1"/>
              </a:solidFill>
              <a:latin typeface="Arial"/>
              <a:ea typeface="Arial"/>
              <a:cs typeface="Arial"/>
              <a:sym typeface="Arial"/>
            </a:endParaRPr>
          </a:p>
        </p:txBody>
      </p:sp>
      <p:sp>
        <p:nvSpPr>
          <p:cNvPr id="397" name="Google Shape;397;p28"/>
          <p:cNvSpPr txBox="1"/>
          <p:nvPr/>
        </p:nvSpPr>
        <p:spPr>
          <a:xfrm>
            <a:off x="728330" y="954340"/>
            <a:ext cx="73596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300" b="0" i="0" u="none" strike="noStrike" cap="none">
                <a:solidFill>
                  <a:srgbClr val="D1D5DB"/>
                </a:solidFill>
                <a:latin typeface="Arial Narrow"/>
                <a:ea typeface="Arial Narrow"/>
                <a:cs typeface="Arial Narrow"/>
                <a:sym typeface="Arial Narrow"/>
              </a:rPr>
              <a:t>Our approach involves a three-fold strategy to tackle the pervasive issue of phishing attacks:</a:t>
            </a:r>
            <a:endParaRPr/>
          </a:p>
        </p:txBody>
      </p:sp>
      <p:sp>
        <p:nvSpPr>
          <p:cNvPr id="398" name="Google Shape;398;p28"/>
          <p:cNvSpPr txBox="1"/>
          <p:nvPr/>
        </p:nvSpPr>
        <p:spPr>
          <a:xfrm>
            <a:off x="458973" y="1345585"/>
            <a:ext cx="45756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D1D5DB"/>
                </a:solidFill>
                <a:latin typeface="Arial"/>
                <a:ea typeface="Arial"/>
                <a:cs typeface="Arial"/>
                <a:sym typeface="Arial"/>
              </a:rPr>
              <a:t>1. Real-time URL Analysis:</a:t>
            </a:r>
            <a:endParaRPr sz="1400" b="0" i="0" u="none" strike="noStrike" cap="none">
              <a:solidFill>
                <a:srgbClr val="000000"/>
              </a:solidFill>
              <a:latin typeface="Arial"/>
              <a:ea typeface="Arial"/>
              <a:cs typeface="Arial"/>
              <a:sym typeface="Arial"/>
            </a:endParaRPr>
          </a:p>
        </p:txBody>
      </p:sp>
      <p:sp>
        <p:nvSpPr>
          <p:cNvPr id="399" name="Google Shape;399;p28"/>
          <p:cNvSpPr txBox="1"/>
          <p:nvPr/>
        </p:nvSpPr>
        <p:spPr>
          <a:xfrm>
            <a:off x="615803" y="1654633"/>
            <a:ext cx="7912500" cy="523200"/>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chemeClr val="lt1"/>
              </a:buClr>
              <a:buSzPts val="1300"/>
              <a:buFont typeface="Noto Sans Symbols"/>
              <a:buChar char="⮚"/>
            </a:pPr>
            <a:r>
              <a:rPr lang="en-US" sz="1300" b="0" i="0" u="none" strike="noStrike" cap="none">
                <a:solidFill>
                  <a:srgbClr val="D1D5DB"/>
                </a:solidFill>
                <a:latin typeface="Arial Narrow"/>
                <a:ea typeface="Arial Narrow"/>
                <a:cs typeface="Arial Narrow"/>
                <a:sym typeface="Arial Narrow"/>
              </a:rPr>
              <a:t>Initiate proactive URL analysis during the rendering process to swiftly evaluate the legitimacy of websites as users navigate the online landscape</a:t>
            </a:r>
            <a:r>
              <a:rPr lang="en-US" sz="1400" b="0" i="0" u="none" strike="noStrike" cap="none">
                <a:solidFill>
                  <a:srgbClr val="D1D5DB"/>
                </a:solidFill>
                <a:latin typeface="Arial"/>
                <a:ea typeface="Arial"/>
                <a:cs typeface="Arial"/>
                <a:sym typeface="Arial"/>
              </a:rPr>
              <a:t>.</a:t>
            </a:r>
            <a:endParaRPr/>
          </a:p>
        </p:txBody>
      </p:sp>
      <p:sp>
        <p:nvSpPr>
          <p:cNvPr id="400" name="Google Shape;400;p28"/>
          <p:cNvSpPr txBox="1"/>
          <p:nvPr/>
        </p:nvSpPr>
        <p:spPr>
          <a:xfrm>
            <a:off x="458973" y="2208411"/>
            <a:ext cx="45756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D1D5DB"/>
                </a:solidFill>
                <a:latin typeface="Arial"/>
                <a:ea typeface="Arial"/>
                <a:cs typeface="Arial"/>
                <a:sym typeface="Arial"/>
              </a:rPr>
              <a:t>2. AI-Powered Detection:</a:t>
            </a:r>
            <a:endParaRPr/>
          </a:p>
        </p:txBody>
      </p:sp>
      <p:sp>
        <p:nvSpPr>
          <p:cNvPr id="401" name="Google Shape;401;p28"/>
          <p:cNvSpPr txBox="1"/>
          <p:nvPr/>
        </p:nvSpPr>
        <p:spPr>
          <a:xfrm>
            <a:off x="615803" y="2525807"/>
            <a:ext cx="7912500" cy="892500"/>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chemeClr val="lt1"/>
              </a:buClr>
              <a:buSzPts val="1300"/>
              <a:buFont typeface="Noto Sans Symbols"/>
              <a:buChar char="⮚"/>
            </a:pPr>
            <a:r>
              <a:rPr lang="en-US" sz="1300" b="0" i="0" u="none" strike="noStrike" cap="none">
                <a:solidFill>
                  <a:srgbClr val="D1D5DB"/>
                </a:solidFill>
                <a:latin typeface="Arial Narrow"/>
                <a:ea typeface="Arial Narrow"/>
                <a:cs typeface="Arial Narrow"/>
                <a:sym typeface="Arial Narrow"/>
              </a:rPr>
              <a:t>Train our Machine Learning (ML) model on a diverse dataset containing both authentic and phishing URLs, utilizing features like domain age and URL structure.</a:t>
            </a:r>
            <a:endParaRPr/>
          </a:p>
          <a:p>
            <a:pPr marL="285750" marR="0" lvl="0" indent="-285750" algn="just" rtl="0">
              <a:lnSpc>
                <a:spcPct val="100000"/>
              </a:lnSpc>
              <a:spcBef>
                <a:spcPts val="0"/>
              </a:spcBef>
              <a:spcAft>
                <a:spcPts val="0"/>
              </a:spcAft>
              <a:buClr>
                <a:schemeClr val="lt1"/>
              </a:buClr>
              <a:buSzPts val="1300"/>
              <a:buFont typeface="Noto Sans Symbols"/>
              <a:buChar char="⮚"/>
            </a:pPr>
            <a:r>
              <a:rPr lang="en-US" sz="1300" b="0" i="0" u="none" strike="noStrike" cap="none">
                <a:solidFill>
                  <a:srgbClr val="D1D5DB"/>
                </a:solidFill>
                <a:latin typeface="Arial Narrow"/>
                <a:ea typeface="Arial Narrow"/>
                <a:cs typeface="Arial Narrow"/>
                <a:sym typeface="Arial Narrow"/>
              </a:rPr>
              <a:t>Implement the GAN framework to generate synthetic examples, enriching our dataset and enabling the model to learn from a more extensive range of phishing scenarios.</a:t>
            </a:r>
            <a:endParaRPr/>
          </a:p>
        </p:txBody>
      </p:sp>
      <p:sp>
        <p:nvSpPr>
          <p:cNvPr id="402" name="Google Shape;402;p28"/>
          <p:cNvSpPr txBox="1"/>
          <p:nvPr/>
        </p:nvSpPr>
        <p:spPr>
          <a:xfrm>
            <a:off x="458973" y="3483248"/>
            <a:ext cx="45756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D1D5DB"/>
                </a:solidFill>
                <a:latin typeface="Arial"/>
                <a:ea typeface="Arial"/>
                <a:cs typeface="Arial"/>
                <a:sym typeface="Arial"/>
              </a:rPr>
              <a:t>3. Synthetic Dataset Creation with GAN:</a:t>
            </a:r>
            <a:endParaRPr/>
          </a:p>
        </p:txBody>
      </p:sp>
      <p:sp>
        <p:nvSpPr>
          <p:cNvPr id="403" name="Google Shape;403;p28"/>
          <p:cNvSpPr txBox="1"/>
          <p:nvPr/>
        </p:nvSpPr>
        <p:spPr>
          <a:xfrm>
            <a:off x="615804" y="3825127"/>
            <a:ext cx="7899300" cy="907800"/>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chemeClr val="lt1"/>
              </a:buClr>
              <a:buSzPts val="1300"/>
              <a:buFont typeface="Noto Sans Symbols"/>
              <a:buChar char="⮚"/>
            </a:pPr>
            <a:r>
              <a:rPr lang="en-US" sz="1300" b="0" i="0" u="none" strike="noStrike" cap="none">
                <a:solidFill>
                  <a:srgbClr val="D1D5DB"/>
                </a:solidFill>
                <a:latin typeface="Arial Narrow"/>
                <a:ea typeface="Arial Narrow"/>
                <a:cs typeface="Arial Narrow"/>
                <a:sym typeface="Arial Narrow"/>
              </a:rPr>
              <a:t>Leverage GANs to generate artificial phishing examples, addressing limitations associated with a potentially limited set of real-world labeled data.</a:t>
            </a:r>
            <a:endParaRPr/>
          </a:p>
          <a:p>
            <a:pPr marL="285750" marR="0" lvl="0" indent="-285750" algn="just" rtl="0">
              <a:lnSpc>
                <a:spcPct val="100000"/>
              </a:lnSpc>
              <a:spcBef>
                <a:spcPts val="0"/>
              </a:spcBef>
              <a:spcAft>
                <a:spcPts val="0"/>
              </a:spcAft>
              <a:buClr>
                <a:schemeClr val="lt1"/>
              </a:buClr>
              <a:buSzPts val="1300"/>
              <a:buFont typeface="Noto Sans Symbols"/>
              <a:buChar char="⮚"/>
            </a:pPr>
            <a:r>
              <a:rPr lang="en-US" sz="1300" b="0" i="0" u="none" strike="noStrike" cap="none">
                <a:solidFill>
                  <a:srgbClr val="D1D5DB"/>
                </a:solidFill>
                <a:latin typeface="Arial Narrow"/>
                <a:ea typeface="Arial Narrow"/>
                <a:cs typeface="Arial Narrow"/>
                <a:sym typeface="Arial Narrow"/>
              </a:rPr>
              <a:t>This synthetic dataset augments the ML model's training process, enhancing its ability to recognize and adapt to subtle variations in phishing techniques</a:t>
            </a:r>
            <a:r>
              <a:rPr lang="en-US" sz="1400" b="0" i="0" u="none" strike="noStrike" cap="none">
                <a:solidFill>
                  <a:srgbClr val="D1D5DB"/>
                </a:solidFill>
                <a:latin typeface="Arial"/>
                <a:ea typeface="Arial"/>
                <a:cs typeface="Arial"/>
                <a:sym typeface="Arial"/>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14972"/>
        </a:solidFill>
        <a:effectLst/>
      </p:bgPr>
    </p:bg>
    <p:spTree>
      <p:nvGrpSpPr>
        <p:cNvPr id="1" name="Shape 411"/>
        <p:cNvGrpSpPr/>
        <p:nvPr/>
      </p:nvGrpSpPr>
      <p:grpSpPr>
        <a:xfrm>
          <a:off x="0" y="0"/>
          <a:ext cx="0" cy="0"/>
          <a:chOff x="0" y="0"/>
          <a:chExt cx="0" cy="0"/>
        </a:xfrm>
      </p:grpSpPr>
      <p:sp>
        <p:nvSpPr>
          <p:cNvPr id="412" name="Google Shape;412;p29"/>
          <p:cNvSpPr/>
          <p:nvPr/>
        </p:nvSpPr>
        <p:spPr>
          <a:xfrm>
            <a:off x="-9525" y="0"/>
            <a:ext cx="9144000" cy="69437"/>
          </a:xfrm>
          <a:custGeom>
            <a:avLst/>
            <a:gdLst/>
            <a:ahLst/>
            <a:cxnLst/>
            <a:rect l="l" t="t" r="r" b="b"/>
            <a:pathLst>
              <a:path w="24384000" h="185166" extrusionOk="0">
                <a:moveTo>
                  <a:pt x="0" y="0"/>
                </a:moveTo>
                <a:lnTo>
                  <a:pt x="24384000" y="0"/>
                </a:lnTo>
                <a:lnTo>
                  <a:pt x="24384000" y="185166"/>
                </a:lnTo>
                <a:lnTo>
                  <a:pt x="0" y="185166"/>
                </a:lnTo>
                <a:close/>
              </a:path>
            </a:pathLst>
          </a:custGeom>
          <a:solidFill>
            <a:srgbClr val="FF4A31"/>
          </a:solidFill>
          <a:ln>
            <a:noFill/>
          </a:ln>
        </p:spPr>
      </p:sp>
      <p:sp>
        <p:nvSpPr>
          <p:cNvPr id="413" name="Google Shape;413;p29"/>
          <p:cNvSpPr/>
          <p:nvPr/>
        </p:nvSpPr>
        <p:spPr>
          <a:xfrm>
            <a:off x="-1" y="3398642"/>
            <a:ext cx="81010" cy="1764030"/>
          </a:xfrm>
          <a:custGeom>
            <a:avLst/>
            <a:gdLst/>
            <a:ahLst/>
            <a:cxnLst/>
            <a:rect l="l" t="t" r="r" b="b"/>
            <a:pathLst>
              <a:path w="216027" h="4704080" extrusionOk="0">
                <a:moveTo>
                  <a:pt x="0" y="0"/>
                </a:moveTo>
                <a:lnTo>
                  <a:pt x="216027" y="0"/>
                </a:lnTo>
                <a:lnTo>
                  <a:pt x="216027" y="4704080"/>
                </a:lnTo>
                <a:lnTo>
                  <a:pt x="0" y="4704080"/>
                </a:lnTo>
                <a:close/>
              </a:path>
            </a:pathLst>
          </a:custGeom>
          <a:solidFill>
            <a:srgbClr val="D62968"/>
          </a:solidFill>
          <a:ln>
            <a:noFill/>
          </a:ln>
        </p:spPr>
      </p:sp>
      <p:sp>
        <p:nvSpPr>
          <p:cNvPr id="414" name="Google Shape;414;p29"/>
          <p:cNvSpPr txBox="1"/>
          <p:nvPr/>
        </p:nvSpPr>
        <p:spPr>
          <a:xfrm>
            <a:off x="519400" y="467191"/>
            <a:ext cx="7905600" cy="3129300"/>
          </a:xfrm>
          <a:prstGeom prst="rect">
            <a:avLst/>
          </a:prstGeom>
          <a:noFill/>
          <a:ln>
            <a:noFill/>
          </a:ln>
        </p:spPr>
        <p:txBody>
          <a:bodyPr spcFirstLastPara="1" wrap="square" lIns="0" tIns="0" rIns="0" bIns="0" anchor="t" anchorCtr="0">
            <a:spAutoFit/>
          </a:bodyPr>
          <a:lstStyle/>
          <a:p>
            <a:pPr marL="0" marR="0" lvl="0" indent="0" algn="l" rtl="0">
              <a:lnSpc>
                <a:spcPct val="172022"/>
              </a:lnSpc>
              <a:spcBef>
                <a:spcPts val="0"/>
              </a:spcBef>
              <a:spcAft>
                <a:spcPts val="0"/>
              </a:spcAft>
              <a:buClr>
                <a:srgbClr val="000000"/>
              </a:buClr>
              <a:buSzPts val="3300"/>
              <a:buFont typeface="Arial"/>
              <a:buNone/>
            </a:pPr>
            <a:r>
              <a:rPr lang="en-US" sz="3300" b="1" i="0" u="none" strike="noStrike" cap="none">
                <a:solidFill>
                  <a:schemeClr val="lt1"/>
                </a:solidFill>
                <a:latin typeface="Arial"/>
                <a:ea typeface="Arial"/>
                <a:cs typeface="Arial"/>
                <a:sym typeface="Arial"/>
              </a:rPr>
              <a:t>Techstack</a:t>
            </a:r>
            <a:endParaRPr sz="3300" b="1" i="0" u="none" strike="noStrike" cap="none">
              <a:solidFill>
                <a:schemeClr val="lt1"/>
              </a:solidFill>
              <a:latin typeface="Arial"/>
              <a:ea typeface="Arial"/>
              <a:cs typeface="Arial"/>
              <a:sym typeface="Arial"/>
            </a:endParaRPr>
          </a:p>
          <a:p>
            <a:pPr marL="0" marR="0" lvl="0" indent="0" algn="l" rtl="0">
              <a:lnSpc>
                <a:spcPct val="172022"/>
              </a:lnSpc>
              <a:spcBef>
                <a:spcPts val="0"/>
              </a:spcBef>
              <a:spcAft>
                <a:spcPts val="0"/>
              </a:spcAft>
              <a:buClr>
                <a:srgbClr val="000000"/>
              </a:buClr>
              <a:buSzPts val="3300"/>
              <a:buFont typeface="Arial"/>
              <a:buNone/>
            </a:pPr>
            <a:endParaRPr sz="3300" b="1" i="0" u="none" strike="noStrike" cap="none">
              <a:solidFill>
                <a:schemeClr val="lt1"/>
              </a:solidFill>
              <a:latin typeface="Avenir"/>
              <a:ea typeface="Avenir"/>
              <a:cs typeface="Avenir"/>
              <a:sym typeface="Avenir"/>
            </a:endParaRPr>
          </a:p>
          <a:p>
            <a:pPr marL="0" marR="0" lvl="0" indent="0" algn="l" rtl="0">
              <a:lnSpc>
                <a:spcPct val="172022"/>
              </a:lnSpc>
              <a:spcBef>
                <a:spcPts val="0"/>
              </a:spcBef>
              <a:spcAft>
                <a:spcPts val="0"/>
              </a:spcAft>
              <a:buClr>
                <a:srgbClr val="000000"/>
              </a:buClr>
              <a:buSzPts val="3300"/>
              <a:buFont typeface="Arial"/>
              <a:buNone/>
            </a:pPr>
            <a:endParaRPr sz="3300" b="1" i="0" u="none" strike="noStrike" cap="none">
              <a:solidFill>
                <a:schemeClr val="lt1"/>
              </a:solidFill>
              <a:latin typeface="Avenir"/>
              <a:ea typeface="Avenir"/>
              <a:cs typeface="Avenir"/>
              <a:sym typeface="Avenir"/>
            </a:endParaRPr>
          </a:p>
          <a:p>
            <a:pPr marL="0" marR="0" lvl="0" indent="0" algn="l" rtl="0">
              <a:lnSpc>
                <a:spcPct val="172022"/>
              </a:lnSpc>
              <a:spcBef>
                <a:spcPts val="0"/>
              </a:spcBef>
              <a:spcAft>
                <a:spcPts val="0"/>
              </a:spcAft>
              <a:buClr>
                <a:srgbClr val="000000"/>
              </a:buClr>
              <a:buSzPts val="3300"/>
              <a:buFont typeface="Arial"/>
              <a:buNone/>
            </a:pPr>
            <a:endParaRPr sz="3300" b="1" i="0" u="none" strike="noStrike" cap="none">
              <a:solidFill>
                <a:schemeClr val="lt1"/>
              </a:solidFill>
              <a:latin typeface="Avenir"/>
              <a:ea typeface="Avenir"/>
              <a:cs typeface="Avenir"/>
              <a:sym typeface="Avenir"/>
            </a:endParaRPr>
          </a:p>
        </p:txBody>
      </p:sp>
      <p:sp>
        <p:nvSpPr>
          <p:cNvPr id="415" name="Google Shape;415;p29"/>
          <p:cNvSpPr txBox="1"/>
          <p:nvPr/>
        </p:nvSpPr>
        <p:spPr>
          <a:xfrm>
            <a:off x="1207656" y="1288167"/>
            <a:ext cx="7655700" cy="5124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300" b="1" i="0" u="none" strike="noStrike" cap="none">
                <a:solidFill>
                  <a:schemeClr val="lt1"/>
                </a:solidFill>
                <a:latin typeface="Arial"/>
                <a:ea typeface="Arial"/>
                <a:cs typeface="Arial"/>
                <a:sym typeface="Arial"/>
              </a:rPr>
              <a:t>Core</a:t>
            </a:r>
            <a:r>
              <a:rPr lang="en-US" sz="1400" b="1" i="0" u="none" strike="noStrike" cap="none">
                <a:solidFill>
                  <a:schemeClr val="lt1"/>
                </a:solidFill>
                <a:latin typeface="Arial"/>
                <a:ea typeface="Arial"/>
                <a:cs typeface="Arial"/>
                <a:sym typeface="Arial"/>
              </a:rPr>
              <a:t> </a:t>
            </a:r>
            <a:r>
              <a:rPr lang="en-US" sz="3300" b="1" i="0" u="none" strike="noStrike" cap="none">
                <a:solidFill>
                  <a:schemeClr val="lt1"/>
                </a:solidFill>
                <a:latin typeface="Arial"/>
                <a:ea typeface="Arial"/>
                <a:cs typeface="Arial"/>
                <a:sym typeface="Arial"/>
              </a:rPr>
              <a:t>Language</a:t>
            </a:r>
            <a:r>
              <a:rPr lang="en-US" sz="1400" b="1" i="0" u="none" strike="noStrike" cap="none">
                <a:solidFill>
                  <a:schemeClr val="lt1"/>
                </a:solidFill>
                <a:latin typeface="Arial"/>
                <a:ea typeface="Arial"/>
                <a:cs typeface="Arial"/>
                <a:sym typeface="Arial"/>
              </a:rPr>
              <a:t>:</a:t>
            </a:r>
            <a:endParaRPr/>
          </a:p>
          <a:p>
            <a:pPr marL="0" marR="0" lvl="0" indent="0" algn="l" rtl="0">
              <a:lnSpc>
                <a:spcPct val="100000"/>
              </a:lnSpc>
              <a:spcBef>
                <a:spcPts val="0"/>
              </a:spcBef>
              <a:spcAft>
                <a:spcPts val="0"/>
              </a:spcAft>
              <a:buNone/>
            </a:pPr>
            <a:r>
              <a:rPr lang="en-US" sz="1400" b="1" i="0" u="none" strike="noStrike" cap="none">
                <a:solidFill>
                  <a:schemeClr val="lt1"/>
                </a:solidFill>
                <a:latin typeface="Arial"/>
                <a:ea typeface="Arial"/>
                <a:cs typeface="Arial"/>
                <a:sym typeface="Arial"/>
              </a:rPr>
              <a:t>           We use </a:t>
            </a:r>
            <a:r>
              <a:rPr lang="en-US" sz="1400" b="0" i="0" u="none" strike="noStrike" cap="none">
                <a:solidFill>
                  <a:schemeClr val="lt1"/>
                </a:solidFill>
                <a:latin typeface="Arial"/>
                <a:ea typeface="Arial"/>
                <a:cs typeface="Arial"/>
                <a:sym typeface="Arial"/>
              </a:rPr>
              <a:t>Python as the core programing language.</a:t>
            </a:r>
            <a:endParaRPr/>
          </a:p>
          <a:p>
            <a:pPr marL="0" marR="0" lvl="0" indent="0" algn="l" rtl="0">
              <a:lnSpc>
                <a:spcPct val="100000"/>
              </a:lnSpc>
              <a:spcBef>
                <a:spcPts val="0"/>
              </a:spcBef>
              <a:spcAft>
                <a:spcPts val="0"/>
              </a:spcAft>
              <a:buNone/>
            </a:pP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1" i="0" u="none" strike="noStrike" cap="none">
                <a:solidFill>
                  <a:schemeClr val="lt1"/>
                </a:solidFill>
                <a:latin typeface="Arial"/>
                <a:ea typeface="Arial"/>
                <a:cs typeface="Arial"/>
                <a:sym typeface="Arial"/>
              </a:rPr>
              <a:t>URL</a:t>
            </a:r>
            <a:r>
              <a:rPr lang="en-US" sz="1400" b="1" i="0" u="none" strike="noStrike" cap="none">
                <a:solidFill>
                  <a:srgbClr val="D1D5DB"/>
                </a:solidFill>
                <a:latin typeface="Arial"/>
                <a:ea typeface="Arial"/>
                <a:cs typeface="Arial"/>
                <a:sym typeface="Arial"/>
              </a:rPr>
              <a:t> </a:t>
            </a:r>
            <a:r>
              <a:rPr lang="en-US" sz="1400" b="1" i="0" u="none" strike="noStrike" cap="none">
                <a:solidFill>
                  <a:schemeClr val="lt1"/>
                </a:solidFill>
                <a:latin typeface="Arial"/>
                <a:ea typeface="Arial"/>
                <a:cs typeface="Arial"/>
                <a:sym typeface="Arial"/>
              </a:rPr>
              <a:t>prasing</a:t>
            </a:r>
            <a:r>
              <a:rPr lang="en-US" sz="1400" b="1" i="0" u="none" strike="noStrike" cap="none">
                <a:solidFill>
                  <a:srgbClr val="D1D5DB"/>
                </a:solidFill>
                <a:latin typeface="Arial"/>
                <a:ea typeface="Arial"/>
                <a:cs typeface="Arial"/>
                <a:sym typeface="Arial"/>
              </a:rPr>
              <a:t>:</a:t>
            </a:r>
            <a:endParaRPr/>
          </a:p>
          <a:p>
            <a:pPr marL="0" marR="0" lvl="0" indent="0" algn="l" rtl="0">
              <a:lnSpc>
                <a:spcPct val="100000"/>
              </a:lnSpc>
              <a:spcBef>
                <a:spcPts val="0"/>
              </a:spcBef>
              <a:spcAft>
                <a:spcPts val="0"/>
              </a:spcAft>
              <a:buNone/>
            </a:pPr>
            <a:r>
              <a:rPr lang="en-US" sz="1400" b="1" i="0" u="none" strike="noStrike" cap="none">
                <a:solidFill>
                  <a:schemeClr val="lt1"/>
                </a:solidFill>
                <a:latin typeface="Times New Roman"/>
                <a:ea typeface="Times New Roman"/>
                <a:cs typeface="Times New Roman"/>
                <a:sym typeface="Times New Roman"/>
              </a:rPr>
              <a:t>            </a:t>
            </a:r>
            <a:r>
              <a:rPr lang="en-US" sz="1400" b="0" i="0" u="none" strike="noStrike" cap="none">
                <a:solidFill>
                  <a:schemeClr val="lt1"/>
                </a:solidFill>
                <a:latin typeface="Arial"/>
                <a:ea typeface="Arial"/>
                <a:cs typeface="Arial"/>
                <a:sym typeface="Arial"/>
              </a:rPr>
              <a:t>URL lib</a:t>
            </a:r>
            <a:endParaRPr/>
          </a:p>
          <a:p>
            <a:pPr marL="0" marR="0" lvl="0" indent="0" algn="l"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             Request</a:t>
            </a:r>
            <a:endParaRPr/>
          </a:p>
          <a:p>
            <a:pPr marL="0" marR="0" lvl="0" indent="0" algn="l" rtl="0">
              <a:lnSpc>
                <a:spcPct val="100000"/>
              </a:lnSpc>
              <a:spcBef>
                <a:spcPts val="0"/>
              </a:spcBef>
              <a:spcAft>
                <a:spcPts val="0"/>
              </a:spcAft>
              <a:buNone/>
            </a:pP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1" i="0" u="none" strike="noStrike" cap="none">
                <a:solidFill>
                  <a:schemeClr val="lt1"/>
                </a:solidFill>
                <a:latin typeface="Arial"/>
                <a:ea typeface="Arial"/>
                <a:cs typeface="Arial"/>
                <a:sym typeface="Arial"/>
              </a:rPr>
              <a:t>Creating GAN:</a:t>
            </a:r>
            <a:endParaRPr/>
          </a:p>
          <a:p>
            <a:pPr marL="0" marR="0" lvl="0" indent="0" algn="l" rtl="0">
              <a:lnSpc>
                <a:spcPct val="100000"/>
              </a:lnSpc>
              <a:spcBef>
                <a:spcPts val="0"/>
              </a:spcBef>
              <a:spcAft>
                <a:spcPts val="0"/>
              </a:spcAft>
              <a:buNone/>
            </a:pPr>
            <a:r>
              <a:rPr lang="en-US" sz="1400" b="1" i="0" u="none" strike="noStrike" cap="none">
                <a:solidFill>
                  <a:schemeClr val="lt1"/>
                </a:solidFill>
                <a:latin typeface="Times New Roman"/>
                <a:ea typeface="Times New Roman"/>
                <a:cs typeface="Times New Roman"/>
                <a:sym typeface="Times New Roman"/>
              </a:rPr>
              <a:t>            </a:t>
            </a:r>
            <a:r>
              <a:rPr lang="en-US" sz="1400" b="0" i="0" u="none" strike="noStrike" cap="none">
                <a:solidFill>
                  <a:schemeClr val="lt1"/>
                </a:solidFill>
                <a:latin typeface="Arial"/>
                <a:ea typeface="Arial"/>
                <a:cs typeface="Arial"/>
                <a:sym typeface="Arial"/>
              </a:rPr>
              <a:t>TensorFlow</a:t>
            </a:r>
            <a:endParaRPr/>
          </a:p>
          <a:p>
            <a:pPr marL="0" marR="0" lvl="0" indent="0" algn="l"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             Keras</a:t>
            </a:r>
            <a:endParaRPr/>
          </a:p>
          <a:p>
            <a:pPr marL="0" marR="0" lvl="0" indent="0" algn="l" rtl="0">
              <a:lnSpc>
                <a:spcPct val="100000"/>
              </a:lnSpc>
              <a:spcBef>
                <a:spcPts val="0"/>
              </a:spcBef>
              <a:spcAft>
                <a:spcPts val="0"/>
              </a:spcAft>
              <a:buNone/>
            </a:pP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1" i="0" u="none" strike="noStrike" cap="none">
                <a:solidFill>
                  <a:schemeClr val="lt1"/>
                </a:solidFill>
                <a:latin typeface="Arial"/>
                <a:ea typeface="Arial"/>
                <a:cs typeface="Arial"/>
                <a:sym typeface="Arial"/>
              </a:rPr>
              <a:t> Classification:</a:t>
            </a:r>
            <a:endParaRPr/>
          </a:p>
          <a:p>
            <a:pPr marL="0" marR="0" lvl="0" indent="0" algn="l" rtl="0">
              <a:lnSpc>
                <a:spcPct val="100000"/>
              </a:lnSpc>
              <a:spcBef>
                <a:spcPts val="0"/>
              </a:spcBef>
              <a:spcAft>
                <a:spcPts val="0"/>
              </a:spcAft>
              <a:buNone/>
            </a:pPr>
            <a:r>
              <a:rPr lang="en-US" sz="1400" b="1" i="0" u="none" strike="noStrike" cap="none">
                <a:solidFill>
                  <a:schemeClr val="lt1"/>
                </a:solidFill>
                <a:latin typeface="Times New Roman"/>
                <a:ea typeface="Times New Roman"/>
                <a:cs typeface="Times New Roman"/>
                <a:sym typeface="Times New Roman"/>
              </a:rPr>
              <a:t>          </a:t>
            </a:r>
            <a:r>
              <a:rPr lang="en-US" sz="1400" b="0" i="0" u="none" strike="noStrike" cap="none">
                <a:solidFill>
                  <a:schemeClr val="lt1"/>
                </a:solidFill>
                <a:latin typeface="Arial"/>
                <a:ea typeface="Arial"/>
                <a:cs typeface="Arial"/>
                <a:sym typeface="Arial"/>
              </a:rPr>
              <a:t>Pandas       </a:t>
            </a:r>
            <a:endParaRPr/>
          </a:p>
          <a:p>
            <a:pPr marL="0" marR="0" lvl="0" indent="0" algn="l"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           Numpy</a:t>
            </a:r>
            <a:endParaRPr/>
          </a:p>
          <a:p>
            <a:pPr marL="0" marR="0" lvl="0" indent="0" algn="l"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           Matplotlib</a:t>
            </a:r>
            <a:endParaRPr/>
          </a:p>
          <a:p>
            <a:pPr marL="0" marR="0" lvl="0" indent="0" algn="l"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           sklearn</a:t>
            </a:r>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400" b="1"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400" b="1"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400" b="1" i="0" u="none" strike="noStrike" cap="none">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14972"/>
        </a:solidFill>
        <a:effectLst/>
      </p:bgPr>
    </p:bg>
    <p:spTree>
      <p:nvGrpSpPr>
        <p:cNvPr id="1" name="Shape 423"/>
        <p:cNvGrpSpPr/>
        <p:nvPr/>
      </p:nvGrpSpPr>
      <p:grpSpPr>
        <a:xfrm>
          <a:off x="0" y="0"/>
          <a:ext cx="0" cy="0"/>
          <a:chOff x="0" y="0"/>
          <a:chExt cx="0" cy="0"/>
        </a:xfrm>
      </p:grpSpPr>
      <p:sp>
        <p:nvSpPr>
          <p:cNvPr id="424" name="Google Shape;424;p30"/>
          <p:cNvSpPr/>
          <p:nvPr/>
        </p:nvSpPr>
        <p:spPr>
          <a:xfrm>
            <a:off x="-9525" y="0"/>
            <a:ext cx="9144000" cy="69437"/>
          </a:xfrm>
          <a:custGeom>
            <a:avLst/>
            <a:gdLst/>
            <a:ahLst/>
            <a:cxnLst/>
            <a:rect l="l" t="t" r="r" b="b"/>
            <a:pathLst>
              <a:path w="24384000" h="185166" extrusionOk="0">
                <a:moveTo>
                  <a:pt x="0" y="0"/>
                </a:moveTo>
                <a:lnTo>
                  <a:pt x="24384000" y="0"/>
                </a:lnTo>
                <a:lnTo>
                  <a:pt x="24384000" y="185166"/>
                </a:lnTo>
                <a:lnTo>
                  <a:pt x="0" y="185166"/>
                </a:lnTo>
                <a:close/>
              </a:path>
            </a:pathLst>
          </a:custGeom>
          <a:solidFill>
            <a:srgbClr val="FF4A31"/>
          </a:solidFill>
          <a:ln>
            <a:noFill/>
          </a:ln>
        </p:spPr>
      </p:sp>
      <p:sp>
        <p:nvSpPr>
          <p:cNvPr id="425" name="Google Shape;425;p30"/>
          <p:cNvSpPr/>
          <p:nvPr/>
        </p:nvSpPr>
        <p:spPr>
          <a:xfrm>
            <a:off x="-1" y="3398642"/>
            <a:ext cx="81010" cy="1764030"/>
          </a:xfrm>
          <a:custGeom>
            <a:avLst/>
            <a:gdLst/>
            <a:ahLst/>
            <a:cxnLst/>
            <a:rect l="l" t="t" r="r" b="b"/>
            <a:pathLst>
              <a:path w="216027" h="4704080" extrusionOk="0">
                <a:moveTo>
                  <a:pt x="0" y="0"/>
                </a:moveTo>
                <a:lnTo>
                  <a:pt x="216027" y="0"/>
                </a:lnTo>
                <a:lnTo>
                  <a:pt x="216027" y="4704080"/>
                </a:lnTo>
                <a:lnTo>
                  <a:pt x="0" y="4704080"/>
                </a:lnTo>
                <a:close/>
              </a:path>
            </a:pathLst>
          </a:custGeom>
          <a:solidFill>
            <a:srgbClr val="D62968"/>
          </a:solidFill>
          <a:ln>
            <a:noFill/>
          </a:ln>
        </p:spPr>
      </p:sp>
      <p:sp>
        <p:nvSpPr>
          <p:cNvPr id="426" name="Google Shape;426;p30"/>
          <p:cNvSpPr txBox="1"/>
          <p:nvPr/>
        </p:nvSpPr>
        <p:spPr>
          <a:xfrm>
            <a:off x="520450" y="105883"/>
            <a:ext cx="7994700" cy="873300"/>
          </a:xfrm>
          <a:prstGeom prst="rect">
            <a:avLst/>
          </a:prstGeom>
          <a:noFill/>
          <a:ln>
            <a:noFill/>
          </a:ln>
        </p:spPr>
        <p:txBody>
          <a:bodyPr spcFirstLastPara="1" wrap="square" lIns="0" tIns="0" rIns="0" bIns="0" anchor="t" anchorCtr="0">
            <a:spAutoFit/>
          </a:bodyPr>
          <a:lstStyle/>
          <a:p>
            <a:pPr marL="0" marR="0" lvl="0" indent="0" algn="l" rtl="0">
              <a:lnSpc>
                <a:spcPct val="172022"/>
              </a:lnSpc>
              <a:spcBef>
                <a:spcPts val="0"/>
              </a:spcBef>
              <a:spcAft>
                <a:spcPts val="0"/>
              </a:spcAft>
              <a:buClr>
                <a:srgbClr val="000000"/>
              </a:buClr>
              <a:buSzPts val="3300"/>
              <a:buFont typeface="Arial"/>
              <a:buNone/>
            </a:pPr>
            <a:r>
              <a:rPr lang="en-US" sz="3300" b="1" i="0" u="none" strike="noStrike" cap="none">
                <a:solidFill>
                  <a:srgbClr val="F8F8FF"/>
                </a:solidFill>
                <a:latin typeface="Avenir"/>
                <a:ea typeface="Avenir"/>
                <a:cs typeface="Avenir"/>
                <a:sym typeface="Avenir"/>
              </a:rPr>
              <a:t>Solution</a:t>
            </a:r>
            <a:endParaRPr sz="1400" b="1" i="0" u="none" strike="noStrike" cap="none">
              <a:solidFill>
                <a:srgbClr val="F8F8FF"/>
              </a:solidFill>
              <a:latin typeface="Avenir"/>
              <a:ea typeface="Avenir"/>
              <a:cs typeface="Avenir"/>
              <a:sym typeface="Avenir"/>
            </a:endParaRPr>
          </a:p>
        </p:txBody>
      </p:sp>
      <p:sp>
        <p:nvSpPr>
          <p:cNvPr id="427" name="Google Shape;427;p30"/>
          <p:cNvSpPr txBox="1"/>
          <p:nvPr/>
        </p:nvSpPr>
        <p:spPr>
          <a:xfrm>
            <a:off x="456855" y="1216760"/>
            <a:ext cx="8085600" cy="3293100"/>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chemeClr val="lt1"/>
              </a:buClr>
              <a:buSzPts val="1600"/>
              <a:buFont typeface="Noto Sans Symbols"/>
              <a:buChar char="⮚"/>
            </a:pPr>
            <a:r>
              <a:rPr lang="en-US" sz="1600" b="0" i="0" u="none" strike="noStrike" cap="none">
                <a:solidFill>
                  <a:schemeClr val="lt1"/>
                </a:solidFill>
                <a:latin typeface="Arial"/>
                <a:ea typeface="Arial"/>
                <a:cs typeface="Arial"/>
                <a:sym typeface="Arial"/>
              </a:rPr>
              <a:t>The proposed solution focuses on enhancing fraud detection through the development of a browser extension aimed at detecting phishing websites. </a:t>
            </a:r>
            <a:endParaRPr/>
          </a:p>
          <a:p>
            <a:pPr marL="285750" marR="0" lvl="0" indent="-285750" algn="just" rtl="0">
              <a:lnSpc>
                <a:spcPct val="100000"/>
              </a:lnSpc>
              <a:spcBef>
                <a:spcPts val="0"/>
              </a:spcBef>
              <a:spcAft>
                <a:spcPts val="0"/>
              </a:spcAft>
              <a:buClr>
                <a:schemeClr val="lt1"/>
              </a:buClr>
              <a:buSzPts val="1600"/>
              <a:buFont typeface="Noto Sans Symbols"/>
              <a:buChar char="⮚"/>
            </a:pPr>
            <a:r>
              <a:rPr lang="en-US" sz="1600" b="0" i="0" u="none" strike="noStrike" cap="none">
                <a:solidFill>
                  <a:schemeClr val="lt1"/>
                </a:solidFill>
                <a:latin typeface="Arial"/>
                <a:ea typeface="Arial"/>
                <a:cs typeface="Arial"/>
                <a:sym typeface="Arial"/>
              </a:rPr>
              <a:t>Leveraging the power of Generative Adversarial Networks (GANs), synthetic phishing URLs can be generated to create a diverse dataset of closely-identical websites.</a:t>
            </a:r>
            <a:endParaRPr/>
          </a:p>
          <a:p>
            <a:pPr marL="285750" marR="0" lvl="0" indent="-285750" algn="just" rtl="0">
              <a:lnSpc>
                <a:spcPct val="100000"/>
              </a:lnSpc>
              <a:spcBef>
                <a:spcPts val="0"/>
              </a:spcBef>
              <a:spcAft>
                <a:spcPts val="0"/>
              </a:spcAft>
              <a:buClr>
                <a:schemeClr val="lt1"/>
              </a:buClr>
              <a:buSzPts val="1600"/>
              <a:buFont typeface="Noto Sans Symbols"/>
              <a:buChar char="⮚"/>
            </a:pPr>
            <a:r>
              <a:rPr lang="en-US" sz="1600" b="0" i="0" u="none" strike="noStrike" cap="none">
                <a:solidFill>
                  <a:schemeClr val="lt1"/>
                </a:solidFill>
                <a:latin typeface="Arial"/>
                <a:ea typeface="Arial"/>
                <a:cs typeface="Arial"/>
                <a:sym typeface="Arial"/>
              </a:rPr>
              <a:t>This dataset can be utilized to train and strengthen the machine learning classifier, improving its accuracy in distinguishing legitimate websites from fraudulent ones. </a:t>
            </a:r>
            <a:endParaRPr/>
          </a:p>
          <a:p>
            <a:pPr marL="285750" marR="0" lvl="0" indent="-285750" algn="just" rtl="0">
              <a:lnSpc>
                <a:spcPct val="100000"/>
              </a:lnSpc>
              <a:spcBef>
                <a:spcPts val="0"/>
              </a:spcBef>
              <a:spcAft>
                <a:spcPts val="0"/>
              </a:spcAft>
              <a:buClr>
                <a:schemeClr val="lt1"/>
              </a:buClr>
              <a:buSzPts val="1600"/>
              <a:buFont typeface="Noto Sans Symbols"/>
              <a:buChar char="⮚"/>
            </a:pPr>
            <a:r>
              <a:rPr lang="en-US" sz="1600" b="0" i="0" u="none" strike="noStrike" cap="none">
                <a:solidFill>
                  <a:schemeClr val="lt1"/>
                </a:solidFill>
                <a:latin typeface="Arial"/>
                <a:ea typeface="Arial"/>
                <a:cs typeface="Arial"/>
                <a:sym typeface="Arial"/>
              </a:rPr>
              <a:t>When a user visits a website, the browser extension will analyse the URL and provide real-time notifications by Blocking the webpage, clearly indicating whether the website is genuine or a phishing site.</a:t>
            </a:r>
            <a:endParaRPr/>
          </a:p>
          <a:p>
            <a:pPr marL="285750" marR="0" lvl="0" indent="-285750" algn="just" rtl="0">
              <a:lnSpc>
                <a:spcPct val="100000"/>
              </a:lnSpc>
              <a:spcBef>
                <a:spcPts val="0"/>
              </a:spcBef>
              <a:spcAft>
                <a:spcPts val="0"/>
              </a:spcAft>
              <a:buClr>
                <a:schemeClr val="lt1"/>
              </a:buClr>
              <a:buSzPts val="1600"/>
              <a:buFont typeface="Noto Sans Symbols"/>
              <a:buChar char="⮚"/>
            </a:pPr>
            <a:r>
              <a:rPr lang="en-US" sz="1600" b="0" i="0" u="none" strike="noStrike" cap="none">
                <a:solidFill>
                  <a:schemeClr val="lt1"/>
                </a:solidFill>
                <a:latin typeface="Arial"/>
                <a:ea typeface="Arial"/>
                <a:cs typeface="Arial"/>
                <a:sym typeface="Arial"/>
              </a:rPr>
              <a:t>By utilizing this innovative approach, users can trust that their sensitive information is safeguarded, ensuring a safer online experience and reducing the risk of falling victim to cybercriminals.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14972"/>
        </a:solidFill>
        <a:effectLst/>
      </p:bgPr>
    </p:bg>
    <p:spTree>
      <p:nvGrpSpPr>
        <p:cNvPr id="1" name="Shape 435"/>
        <p:cNvGrpSpPr/>
        <p:nvPr/>
      </p:nvGrpSpPr>
      <p:grpSpPr>
        <a:xfrm>
          <a:off x="0" y="0"/>
          <a:ext cx="0" cy="0"/>
          <a:chOff x="0" y="0"/>
          <a:chExt cx="0" cy="0"/>
        </a:xfrm>
      </p:grpSpPr>
      <p:sp>
        <p:nvSpPr>
          <p:cNvPr id="436" name="Google Shape;436;p31"/>
          <p:cNvSpPr/>
          <p:nvPr/>
        </p:nvSpPr>
        <p:spPr>
          <a:xfrm>
            <a:off x="-9525" y="0"/>
            <a:ext cx="9144000" cy="69437"/>
          </a:xfrm>
          <a:custGeom>
            <a:avLst/>
            <a:gdLst/>
            <a:ahLst/>
            <a:cxnLst/>
            <a:rect l="l" t="t" r="r" b="b"/>
            <a:pathLst>
              <a:path w="24384000" h="185166" extrusionOk="0">
                <a:moveTo>
                  <a:pt x="0" y="0"/>
                </a:moveTo>
                <a:lnTo>
                  <a:pt x="24384000" y="0"/>
                </a:lnTo>
                <a:lnTo>
                  <a:pt x="24384000" y="185166"/>
                </a:lnTo>
                <a:lnTo>
                  <a:pt x="0" y="185166"/>
                </a:lnTo>
                <a:close/>
              </a:path>
            </a:pathLst>
          </a:custGeom>
          <a:solidFill>
            <a:srgbClr val="FF4A31"/>
          </a:solidFill>
          <a:ln>
            <a:noFill/>
          </a:ln>
        </p:spPr>
      </p:sp>
      <p:sp>
        <p:nvSpPr>
          <p:cNvPr id="437" name="Google Shape;437;p31"/>
          <p:cNvSpPr/>
          <p:nvPr/>
        </p:nvSpPr>
        <p:spPr>
          <a:xfrm>
            <a:off x="0" y="3379470"/>
            <a:ext cx="81010" cy="1764030"/>
          </a:xfrm>
          <a:custGeom>
            <a:avLst/>
            <a:gdLst/>
            <a:ahLst/>
            <a:cxnLst/>
            <a:rect l="l" t="t" r="r" b="b"/>
            <a:pathLst>
              <a:path w="216027" h="4704080" extrusionOk="0">
                <a:moveTo>
                  <a:pt x="0" y="0"/>
                </a:moveTo>
                <a:lnTo>
                  <a:pt x="216027" y="0"/>
                </a:lnTo>
                <a:lnTo>
                  <a:pt x="216027" y="4704080"/>
                </a:lnTo>
                <a:lnTo>
                  <a:pt x="0" y="4704080"/>
                </a:lnTo>
                <a:close/>
              </a:path>
            </a:pathLst>
          </a:custGeom>
          <a:solidFill>
            <a:srgbClr val="D62968"/>
          </a:solidFill>
          <a:ln>
            <a:noFill/>
          </a:ln>
        </p:spPr>
      </p:sp>
      <p:sp>
        <p:nvSpPr>
          <p:cNvPr id="438" name="Google Shape;438;p31"/>
          <p:cNvSpPr txBox="1"/>
          <p:nvPr/>
        </p:nvSpPr>
        <p:spPr>
          <a:xfrm>
            <a:off x="448175" y="116779"/>
            <a:ext cx="7905600" cy="820500"/>
          </a:xfrm>
          <a:prstGeom prst="rect">
            <a:avLst/>
          </a:prstGeom>
          <a:noFill/>
          <a:ln>
            <a:noFill/>
          </a:ln>
        </p:spPr>
        <p:txBody>
          <a:bodyPr spcFirstLastPara="1" wrap="square" lIns="0" tIns="0" rIns="0" bIns="0" anchor="t" anchorCtr="0">
            <a:spAutoFit/>
          </a:bodyPr>
          <a:lstStyle/>
          <a:p>
            <a:pPr marL="0" marR="0" lvl="0" indent="0" algn="l" rtl="0">
              <a:lnSpc>
                <a:spcPct val="172024"/>
              </a:lnSpc>
              <a:spcBef>
                <a:spcPts val="0"/>
              </a:spcBef>
              <a:spcAft>
                <a:spcPts val="0"/>
              </a:spcAft>
              <a:buClr>
                <a:srgbClr val="000000"/>
              </a:buClr>
              <a:buSzPts val="3100"/>
              <a:buFont typeface="Arial"/>
              <a:buNone/>
            </a:pPr>
            <a:r>
              <a:rPr lang="en-US" sz="3100" b="1" i="0" u="none" strike="noStrike" cap="none">
                <a:solidFill>
                  <a:srgbClr val="F8F8FF"/>
                </a:solidFill>
                <a:latin typeface="Avenir"/>
                <a:ea typeface="Avenir"/>
                <a:cs typeface="Avenir"/>
                <a:sym typeface="Avenir"/>
              </a:rPr>
              <a:t>Impact of our solution</a:t>
            </a:r>
            <a:endParaRPr sz="3100" b="1" i="0" u="none" strike="noStrike" cap="none">
              <a:solidFill>
                <a:srgbClr val="F8F8FF"/>
              </a:solidFill>
              <a:latin typeface="Avenir"/>
              <a:ea typeface="Avenir"/>
              <a:cs typeface="Avenir"/>
              <a:sym typeface="Avenir"/>
            </a:endParaRPr>
          </a:p>
        </p:txBody>
      </p:sp>
      <p:sp>
        <p:nvSpPr>
          <p:cNvPr id="439" name="Google Shape;439;p31"/>
          <p:cNvSpPr txBox="1"/>
          <p:nvPr/>
        </p:nvSpPr>
        <p:spPr>
          <a:xfrm>
            <a:off x="325214" y="2528888"/>
            <a:ext cx="6637800" cy="107700"/>
          </a:xfrm>
          <a:prstGeom prst="rect">
            <a:avLst/>
          </a:prstGeom>
          <a:noFill/>
          <a:ln>
            <a:noFill/>
          </a:ln>
        </p:spPr>
        <p:txBody>
          <a:bodyPr spcFirstLastPara="1" wrap="square" lIns="0" tIns="0" rIns="0" bIns="0" anchor="t" anchorCtr="0">
            <a:spAutoFit/>
          </a:bodyPr>
          <a:lstStyle/>
          <a:p>
            <a:pPr marL="914400" marR="0" lvl="0" indent="0" algn="just" rtl="0">
              <a:lnSpc>
                <a:spcPct val="14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40" name="Google Shape;440;p31"/>
          <p:cNvSpPr txBox="1"/>
          <p:nvPr/>
        </p:nvSpPr>
        <p:spPr>
          <a:xfrm>
            <a:off x="542549" y="1081449"/>
            <a:ext cx="5303400" cy="1969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F8F8FF"/>
                </a:solidFill>
                <a:latin typeface="Avenir"/>
                <a:ea typeface="Avenir"/>
                <a:cs typeface="Avenir"/>
                <a:sym typeface="Avenir"/>
              </a:rPr>
              <a:t>Recent</a:t>
            </a:r>
            <a:r>
              <a:rPr lang="en-US" sz="2000" b="1" i="0" u="none" strike="noStrike" cap="none">
                <a:solidFill>
                  <a:schemeClr val="lt1"/>
                </a:solidFill>
                <a:latin typeface="Times New Roman"/>
                <a:ea typeface="Times New Roman"/>
                <a:cs typeface="Times New Roman"/>
                <a:sym typeface="Times New Roman"/>
              </a:rPr>
              <a:t> </a:t>
            </a:r>
            <a:r>
              <a:rPr lang="en-US" sz="2000" b="1" i="0" u="none" strike="noStrike" cap="none">
                <a:solidFill>
                  <a:srgbClr val="F8F8FF"/>
                </a:solidFill>
                <a:latin typeface="Avenir"/>
                <a:ea typeface="Avenir"/>
                <a:cs typeface="Avenir"/>
                <a:sym typeface="Avenir"/>
              </a:rPr>
              <a:t>Scam</a:t>
            </a:r>
            <a:r>
              <a:rPr lang="en-US" sz="2000" b="1" i="0" u="none" strike="noStrike" cap="none">
                <a:solidFill>
                  <a:schemeClr val="lt1"/>
                </a:solidFill>
                <a:latin typeface="Times New Roman"/>
                <a:ea typeface="Times New Roman"/>
                <a:cs typeface="Times New Roman"/>
                <a:sym typeface="Times New Roman"/>
              </a:rPr>
              <a:t>:</a:t>
            </a:r>
            <a:endParaRPr/>
          </a:p>
          <a:p>
            <a:pPr marL="0" marR="0" lvl="0" indent="0" algn="l" rtl="0">
              <a:lnSpc>
                <a:spcPct val="100000"/>
              </a:lnSpc>
              <a:spcBef>
                <a:spcPts val="0"/>
              </a:spcBef>
              <a:spcAft>
                <a:spcPts val="0"/>
              </a:spcAft>
              <a:buNone/>
            </a:pPr>
            <a:endParaRPr sz="1800" b="1" i="0" u="none" strike="noStrike" cap="none">
              <a:solidFill>
                <a:schemeClr val="lt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1400" b="1" i="0" u="none" strike="noStrike" cap="none">
                <a:solidFill>
                  <a:schemeClr val="lt1"/>
                </a:solidFill>
                <a:latin typeface="Times New Roman"/>
                <a:ea typeface="Times New Roman"/>
                <a:cs typeface="Times New Roman"/>
                <a:sym typeface="Times New Roman"/>
              </a:rPr>
              <a:t>                       </a:t>
            </a:r>
            <a:r>
              <a:rPr lang="en-US" sz="1400" b="0" i="0" u="none" strike="noStrike" cap="none">
                <a:solidFill>
                  <a:schemeClr val="lt1"/>
                </a:solidFill>
                <a:latin typeface="Arial"/>
                <a:ea typeface="Arial"/>
                <a:cs typeface="Arial"/>
                <a:sym typeface="Arial"/>
              </a:rPr>
              <a:t>In this scam the scammers send a text message to your phone that closely remembers e-challan alerts. The messages have a payment link. When the use click the link the device security is compromised, and the hackers get access to credit/debit card details. Before user know, our model can also predict it. </a:t>
            </a:r>
            <a:endParaRPr/>
          </a:p>
        </p:txBody>
      </p:sp>
      <p:pic>
        <p:nvPicPr>
          <p:cNvPr id="441" name="Google Shape;441;p31"/>
          <p:cNvPicPr preferRelativeResize="0"/>
          <p:nvPr/>
        </p:nvPicPr>
        <p:blipFill rotWithShape="1">
          <a:blip r:embed="rId3">
            <a:alphaModFix/>
          </a:blip>
          <a:srcRect/>
          <a:stretch/>
        </p:blipFill>
        <p:spPr>
          <a:xfrm>
            <a:off x="611098" y="3229168"/>
            <a:ext cx="4143830" cy="794582"/>
          </a:xfrm>
          <a:prstGeom prst="rect">
            <a:avLst/>
          </a:prstGeom>
          <a:noFill/>
          <a:ln>
            <a:noFill/>
          </a:ln>
        </p:spPr>
      </p:pic>
      <p:pic>
        <p:nvPicPr>
          <p:cNvPr id="442" name="Google Shape;442;p31"/>
          <p:cNvPicPr preferRelativeResize="0"/>
          <p:nvPr/>
        </p:nvPicPr>
        <p:blipFill rotWithShape="1">
          <a:blip r:embed="rId4">
            <a:alphaModFix/>
          </a:blip>
          <a:srcRect r="15103"/>
          <a:stretch/>
        </p:blipFill>
        <p:spPr>
          <a:xfrm>
            <a:off x="611098" y="4084027"/>
            <a:ext cx="4143830" cy="794583"/>
          </a:xfrm>
          <a:prstGeom prst="rect">
            <a:avLst/>
          </a:prstGeom>
          <a:noFill/>
          <a:ln>
            <a:noFill/>
          </a:ln>
        </p:spPr>
      </p:pic>
      <p:pic>
        <p:nvPicPr>
          <p:cNvPr id="443" name="Google Shape;443;p31"/>
          <p:cNvPicPr preferRelativeResize="0"/>
          <p:nvPr/>
        </p:nvPicPr>
        <p:blipFill rotWithShape="1">
          <a:blip r:embed="rId5">
            <a:alphaModFix/>
          </a:blip>
          <a:srcRect/>
          <a:stretch/>
        </p:blipFill>
        <p:spPr>
          <a:xfrm>
            <a:off x="6063396" y="1736818"/>
            <a:ext cx="2290381" cy="240557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14972"/>
        </a:solidFill>
        <a:effectLst/>
      </p:bgPr>
    </p:bg>
    <p:spTree>
      <p:nvGrpSpPr>
        <p:cNvPr id="1" name="Shape 451"/>
        <p:cNvGrpSpPr/>
        <p:nvPr/>
      </p:nvGrpSpPr>
      <p:grpSpPr>
        <a:xfrm>
          <a:off x="0" y="0"/>
          <a:ext cx="0" cy="0"/>
          <a:chOff x="0" y="0"/>
          <a:chExt cx="0" cy="0"/>
        </a:xfrm>
      </p:grpSpPr>
      <p:sp>
        <p:nvSpPr>
          <p:cNvPr id="452" name="Google Shape;452;p32"/>
          <p:cNvSpPr/>
          <p:nvPr/>
        </p:nvSpPr>
        <p:spPr>
          <a:xfrm>
            <a:off x="-9525" y="0"/>
            <a:ext cx="9144000" cy="69437"/>
          </a:xfrm>
          <a:custGeom>
            <a:avLst/>
            <a:gdLst/>
            <a:ahLst/>
            <a:cxnLst/>
            <a:rect l="l" t="t" r="r" b="b"/>
            <a:pathLst>
              <a:path w="24384000" h="185166" extrusionOk="0">
                <a:moveTo>
                  <a:pt x="0" y="0"/>
                </a:moveTo>
                <a:lnTo>
                  <a:pt x="24384000" y="0"/>
                </a:lnTo>
                <a:lnTo>
                  <a:pt x="24384000" y="185166"/>
                </a:lnTo>
                <a:lnTo>
                  <a:pt x="0" y="185166"/>
                </a:lnTo>
                <a:close/>
              </a:path>
            </a:pathLst>
          </a:custGeom>
          <a:solidFill>
            <a:srgbClr val="FF4A31"/>
          </a:solidFill>
          <a:ln>
            <a:noFill/>
          </a:ln>
        </p:spPr>
      </p:sp>
      <p:sp>
        <p:nvSpPr>
          <p:cNvPr id="453" name="Google Shape;453;p32"/>
          <p:cNvSpPr/>
          <p:nvPr/>
        </p:nvSpPr>
        <p:spPr>
          <a:xfrm>
            <a:off x="-1" y="3398642"/>
            <a:ext cx="81010" cy="1764030"/>
          </a:xfrm>
          <a:custGeom>
            <a:avLst/>
            <a:gdLst/>
            <a:ahLst/>
            <a:cxnLst/>
            <a:rect l="l" t="t" r="r" b="b"/>
            <a:pathLst>
              <a:path w="216027" h="4704080" extrusionOk="0">
                <a:moveTo>
                  <a:pt x="0" y="0"/>
                </a:moveTo>
                <a:lnTo>
                  <a:pt x="216027" y="0"/>
                </a:lnTo>
                <a:lnTo>
                  <a:pt x="216027" y="4704080"/>
                </a:lnTo>
                <a:lnTo>
                  <a:pt x="0" y="4704080"/>
                </a:lnTo>
                <a:close/>
              </a:path>
            </a:pathLst>
          </a:custGeom>
          <a:solidFill>
            <a:srgbClr val="D62968"/>
          </a:solidFill>
          <a:ln>
            <a:noFill/>
          </a:ln>
        </p:spPr>
      </p:sp>
      <p:sp>
        <p:nvSpPr>
          <p:cNvPr id="454" name="Google Shape;454;p32"/>
          <p:cNvSpPr txBox="1"/>
          <p:nvPr/>
        </p:nvSpPr>
        <p:spPr>
          <a:xfrm>
            <a:off x="527385" y="86924"/>
            <a:ext cx="7905600" cy="820500"/>
          </a:xfrm>
          <a:prstGeom prst="rect">
            <a:avLst/>
          </a:prstGeom>
          <a:noFill/>
          <a:ln>
            <a:noFill/>
          </a:ln>
        </p:spPr>
        <p:txBody>
          <a:bodyPr spcFirstLastPara="1" wrap="square" lIns="0" tIns="0" rIns="0" bIns="0" anchor="t" anchorCtr="0">
            <a:spAutoFit/>
          </a:bodyPr>
          <a:lstStyle/>
          <a:p>
            <a:pPr marL="0" marR="0" lvl="0" indent="0" algn="l" rtl="0">
              <a:lnSpc>
                <a:spcPct val="172024"/>
              </a:lnSpc>
              <a:spcBef>
                <a:spcPts val="0"/>
              </a:spcBef>
              <a:spcAft>
                <a:spcPts val="0"/>
              </a:spcAft>
              <a:buClr>
                <a:srgbClr val="000000"/>
              </a:buClr>
              <a:buSzPts val="3100"/>
              <a:buFont typeface="Arial"/>
              <a:buNone/>
            </a:pPr>
            <a:r>
              <a:rPr lang="en-US" sz="3100" b="1" i="0" u="none" strike="noStrike" cap="none">
                <a:solidFill>
                  <a:srgbClr val="F8F8FF"/>
                </a:solidFill>
                <a:latin typeface="Avenir"/>
                <a:ea typeface="Avenir"/>
                <a:cs typeface="Avenir"/>
                <a:sym typeface="Avenir"/>
              </a:rPr>
              <a:t>Prospects</a:t>
            </a:r>
            <a:endParaRPr sz="3100" b="1" i="0" u="none" strike="noStrike" cap="none">
              <a:solidFill>
                <a:srgbClr val="F8F8FF"/>
              </a:solidFill>
              <a:latin typeface="Avenir"/>
              <a:ea typeface="Avenir"/>
              <a:cs typeface="Avenir"/>
              <a:sym typeface="Avenir"/>
            </a:endParaRPr>
          </a:p>
        </p:txBody>
      </p:sp>
      <p:sp>
        <p:nvSpPr>
          <p:cNvPr id="455" name="Google Shape;455;p32"/>
          <p:cNvSpPr txBox="1"/>
          <p:nvPr/>
        </p:nvSpPr>
        <p:spPr>
          <a:xfrm>
            <a:off x="325214" y="2528888"/>
            <a:ext cx="6637800" cy="107700"/>
          </a:xfrm>
          <a:prstGeom prst="rect">
            <a:avLst/>
          </a:prstGeom>
          <a:noFill/>
          <a:ln>
            <a:noFill/>
          </a:ln>
        </p:spPr>
        <p:txBody>
          <a:bodyPr spcFirstLastPara="1" wrap="square" lIns="0" tIns="0" rIns="0" bIns="0" anchor="t" anchorCtr="0">
            <a:spAutoFit/>
          </a:bodyPr>
          <a:lstStyle/>
          <a:p>
            <a:pPr marL="914400" marR="0" lvl="0" indent="0" algn="just" rtl="0">
              <a:lnSpc>
                <a:spcPct val="14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56" name="Google Shape;456;p32"/>
          <p:cNvSpPr txBox="1"/>
          <p:nvPr/>
        </p:nvSpPr>
        <p:spPr>
          <a:xfrm>
            <a:off x="325214" y="3028754"/>
            <a:ext cx="8190000" cy="107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57" name="Google Shape;457;p32"/>
          <p:cNvSpPr txBox="1"/>
          <p:nvPr/>
        </p:nvSpPr>
        <p:spPr>
          <a:xfrm>
            <a:off x="566984" y="714082"/>
            <a:ext cx="8049600" cy="4253400"/>
          </a:xfrm>
          <a:prstGeom prst="rect">
            <a:avLst/>
          </a:prstGeom>
          <a:noFill/>
          <a:ln>
            <a:noFill/>
          </a:ln>
        </p:spPr>
        <p:txBody>
          <a:bodyPr spcFirstLastPara="1" wrap="square" lIns="91425" tIns="45700" rIns="91425" bIns="45700" anchor="t" anchorCtr="0">
            <a:spAutoFit/>
          </a:bodyPr>
          <a:lstStyle/>
          <a:p>
            <a:pPr marL="0" marR="0" lvl="0" indent="0" algn="just" rtl="0">
              <a:lnSpc>
                <a:spcPct val="172024"/>
              </a:lnSpc>
              <a:spcBef>
                <a:spcPts val="0"/>
              </a:spcBef>
              <a:spcAft>
                <a:spcPts val="0"/>
              </a:spcAft>
              <a:buClr>
                <a:srgbClr val="000000"/>
              </a:buClr>
              <a:buSzPts val="1600"/>
              <a:buFont typeface="Arial"/>
              <a:buNone/>
            </a:pPr>
            <a:r>
              <a:rPr lang="en-US" sz="1600" b="1" i="0" u="none" strike="noStrike" cap="none">
                <a:solidFill>
                  <a:srgbClr val="F8F8FF"/>
                </a:solidFill>
                <a:latin typeface="Avenir"/>
                <a:ea typeface="Avenir"/>
                <a:cs typeface="Avenir"/>
                <a:sym typeface="Avenir"/>
              </a:rPr>
              <a:t>SOCIAL ENGINEERING SOPHISTICATION:</a:t>
            </a:r>
            <a:endParaRPr/>
          </a:p>
          <a:p>
            <a:pPr marL="0" marR="0" lvl="1" indent="0" algn="just"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                        </a:t>
            </a:r>
            <a:r>
              <a:rPr lang="en-US" sz="1200" b="0" i="0" u="none" strike="noStrike" cap="none">
                <a:solidFill>
                  <a:schemeClr val="lt1"/>
                </a:solidFill>
                <a:latin typeface="Arial"/>
                <a:ea typeface="Arial"/>
                <a:cs typeface="Arial"/>
                <a:sym typeface="Arial"/>
              </a:rPr>
              <a:t>Phishing attacks often rely on social engineering to manipulate individuals into divulging sensitive information. As technology improves, attackers may use more sophisticated and targeted social engineering techniques to craft convincing and personalized phishing messages.</a:t>
            </a:r>
            <a:endParaRPr/>
          </a:p>
          <a:p>
            <a:pPr marL="0" marR="0" lvl="0" indent="0" algn="just" rtl="0">
              <a:lnSpc>
                <a:spcPct val="172024"/>
              </a:lnSpc>
              <a:spcBef>
                <a:spcPts val="0"/>
              </a:spcBef>
              <a:spcAft>
                <a:spcPts val="0"/>
              </a:spcAft>
              <a:buNone/>
            </a:pPr>
            <a:r>
              <a:rPr lang="en-US" sz="1600" b="1" i="0" u="none" strike="noStrike" cap="none">
                <a:solidFill>
                  <a:srgbClr val="F8F8FF"/>
                </a:solidFill>
                <a:latin typeface="Avenir"/>
                <a:ea typeface="Avenir"/>
                <a:cs typeface="Avenir"/>
                <a:sym typeface="Avenir"/>
              </a:rPr>
              <a:t>DECEPTIVE TACTICS:</a:t>
            </a:r>
            <a:endParaRPr/>
          </a:p>
          <a:p>
            <a:pPr marL="0" marR="0" lvl="1" indent="0" algn="just" rtl="0">
              <a:lnSpc>
                <a:spcPct val="100000"/>
              </a:lnSpc>
              <a:spcBef>
                <a:spcPts val="0"/>
              </a:spcBef>
              <a:spcAft>
                <a:spcPts val="0"/>
              </a:spcAft>
              <a:buNone/>
            </a:pPr>
            <a:r>
              <a:rPr lang="en-US" sz="1200" b="0" i="0" u="none" strike="noStrike" cap="none">
                <a:solidFill>
                  <a:schemeClr val="lt1"/>
                </a:solidFill>
                <a:latin typeface="Arial"/>
                <a:ea typeface="Arial"/>
                <a:cs typeface="Arial"/>
                <a:sym typeface="Arial"/>
              </a:rPr>
              <a:t>                     Phishing attacks can take various forms, such as email phishing, smishing (SMS phishing), vishing (voice phishing), and more. Attackers may combine these tactics to create multi-channel phishing campaigns, making it harder for individuals and organizations to defend against them.</a:t>
            </a:r>
            <a:endParaRPr/>
          </a:p>
          <a:p>
            <a:pPr marL="0" marR="0" lvl="0" indent="0" algn="just" rtl="0">
              <a:lnSpc>
                <a:spcPct val="172024"/>
              </a:lnSpc>
              <a:spcBef>
                <a:spcPts val="0"/>
              </a:spcBef>
              <a:spcAft>
                <a:spcPts val="0"/>
              </a:spcAft>
              <a:buNone/>
            </a:pPr>
            <a:r>
              <a:rPr lang="en-US" sz="1600" b="1" i="0" u="none" strike="noStrike" cap="none">
                <a:solidFill>
                  <a:srgbClr val="F8F8FF"/>
                </a:solidFill>
                <a:latin typeface="Avenir"/>
                <a:ea typeface="Avenir"/>
                <a:cs typeface="Avenir"/>
                <a:sym typeface="Avenir"/>
              </a:rPr>
              <a:t>EVOLUTION OF ATTACK VECTORS:</a:t>
            </a:r>
            <a:endParaRPr/>
          </a:p>
          <a:p>
            <a:pPr marL="0" marR="0" lvl="1" indent="0" algn="just"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                   </a:t>
            </a:r>
            <a:r>
              <a:rPr lang="en-US" sz="1200" b="0" i="0" u="none" strike="noStrike" cap="none">
                <a:solidFill>
                  <a:schemeClr val="lt1"/>
                </a:solidFill>
                <a:latin typeface="Arial"/>
                <a:ea typeface="Arial"/>
                <a:cs typeface="Arial"/>
                <a:sym typeface="Arial"/>
              </a:rPr>
              <a:t>Phishing attacks adapt to new technologies and communication channels. As people increasingly use messaging apps, social media, and other platforms, attackers may exploit these channels to launch phishing campaigns.</a:t>
            </a:r>
            <a:endParaRPr/>
          </a:p>
          <a:p>
            <a:pPr marL="0" marR="0" lvl="0" indent="0" algn="just" rtl="0">
              <a:lnSpc>
                <a:spcPct val="172024"/>
              </a:lnSpc>
              <a:spcBef>
                <a:spcPts val="0"/>
              </a:spcBef>
              <a:spcAft>
                <a:spcPts val="0"/>
              </a:spcAft>
              <a:buNone/>
            </a:pPr>
            <a:r>
              <a:rPr lang="en-US" sz="1600" b="1" i="0" u="none" strike="noStrike" cap="none">
                <a:solidFill>
                  <a:srgbClr val="F8F8FF"/>
                </a:solidFill>
                <a:latin typeface="Avenir"/>
                <a:ea typeface="Avenir"/>
                <a:cs typeface="Avenir"/>
                <a:sym typeface="Avenir"/>
              </a:rPr>
              <a:t>TARGETED ATTACKS:</a:t>
            </a:r>
            <a:endParaRPr/>
          </a:p>
          <a:p>
            <a:pPr marL="0" marR="0" lvl="1" indent="0" algn="just" rtl="0">
              <a:lnSpc>
                <a:spcPct val="100000"/>
              </a:lnSpc>
              <a:spcBef>
                <a:spcPts val="0"/>
              </a:spcBef>
              <a:spcAft>
                <a:spcPts val="0"/>
              </a:spcAft>
              <a:buNone/>
            </a:pPr>
            <a:r>
              <a:rPr lang="en-US" sz="1400" b="0" i="0" u="none" strike="noStrike" cap="none">
                <a:solidFill>
                  <a:schemeClr val="lt1"/>
                </a:solidFill>
                <a:latin typeface="Times New Roman"/>
                <a:ea typeface="Times New Roman"/>
                <a:cs typeface="Times New Roman"/>
                <a:sym typeface="Times New Roman"/>
              </a:rPr>
              <a:t>                </a:t>
            </a:r>
            <a:r>
              <a:rPr lang="en-US" sz="1200" b="0" i="0" u="none" strike="noStrike" cap="none">
                <a:solidFill>
                  <a:schemeClr val="lt1"/>
                </a:solidFill>
                <a:latin typeface="Arial"/>
                <a:ea typeface="Arial"/>
                <a:cs typeface="Arial"/>
                <a:sym typeface="Arial"/>
              </a:rPr>
              <a:t>While generic phishing campaigns are widespread, targeted phishing attacks (spear phishing) are becoming more prevalent. Attackers may gather information about specific individuals or organizations to create highly personalized and convincing phishing messages.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877</Words>
  <Application>Microsoft Office PowerPoint</Application>
  <PresentationFormat>On-screen Show (16:9)</PresentationFormat>
  <Paragraphs>89</Paragraphs>
  <Slides>8</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Arial</vt:lpstr>
      <vt:lpstr>Arial Narrow</vt:lpstr>
      <vt:lpstr>Avenir</vt:lpstr>
      <vt:lpstr>Calibri</vt:lpstr>
      <vt:lpstr>Noto Sans Symbols</vt:lpstr>
      <vt:lpstr>Times New Roman</vt:lpstr>
      <vt:lpstr>Office Theme</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Ranjani Ranjani</cp:lastModifiedBy>
  <cp:revision>2</cp:revision>
  <dcterms:modified xsi:type="dcterms:W3CDTF">2024-03-18T17:40:26Z</dcterms:modified>
</cp:coreProperties>
</file>